
<file path=[Content_Types].xml><?xml version="1.0" encoding="utf-8"?>
<Types xmlns="http://schemas.openxmlformats.org/package/2006/content-types">
  <Default Extension="xml" ContentType="application/xml"/>
  <Default Extension="jpeg" ContentType="image/jpeg"/>
  <Default Extension="xlsx" ContentType="application/vnd.openxmlformats-officedocument.spreadsheetml.sheet"/>
  <Default Extension="rels" ContentType="application/vnd.openxmlformats-package.relationships+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4" Type="http://schemas.openxmlformats.org/officeDocument/2006/relationships/extended-properties" Target="docProps/app.xml"/><Relationship Id="rId1" Type="http://schemas.openxmlformats.org/officeDocument/2006/relationships/officeDocument" Target="ppt/presentation.xml"/><Relationship Id="rId2" Type="http://schemas.openxmlformats.org/package/2006/relationships/metadata/thumbnail" Target="docProps/thumbnail.jpeg"/></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5"/>
  </p:notesMasterIdLst>
  <p:sldIdLst>
    <p:sldId id="269" r:id="rId2"/>
    <p:sldId id="268" r:id="rId3"/>
    <p:sldId id="257" r:id="rId4"/>
    <p:sldId id="258" r:id="rId5"/>
    <p:sldId id="271" r:id="rId6"/>
    <p:sldId id="272" r:id="rId7"/>
    <p:sldId id="259" r:id="rId8"/>
    <p:sldId id="261" r:id="rId9"/>
    <p:sldId id="263" r:id="rId10"/>
    <p:sldId id="264" r:id="rId11"/>
    <p:sldId id="265" r:id="rId12"/>
    <p:sldId id="266" r:id="rId13"/>
    <p:sldId id="267" r:id="rId14"/>
  </p:sldIdLst>
  <p:sldSz cx="12192000" cy="6858000"/>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1467"/>
    <p:restoredTop sz="69817"/>
  </p:normalViewPr>
  <p:slideViewPr>
    <p:cSldViewPr snapToGrid="0" snapToObjects="1">
      <p:cViewPr>
        <p:scale>
          <a:sx n="79" d="100"/>
          <a:sy n="79" d="100"/>
        </p:scale>
        <p:origin x="144" y="15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s>
</file>

<file path=ppt/charts/_rels/chart1.xml.rels><?xml version="1.0" encoding="UTF-8" standalone="yes"?>
<Relationships xmlns="http://schemas.openxmlformats.org/package/2006/relationships"><Relationship Id="rId1" Type="http://schemas.microsoft.com/office/2011/relationships/chartStyle" Target="style1.xml"/><Relationship Id="rId2" Type="http://schemas.microsoft.com/office/2011/relationships/chartColorStyle" Target="colors1.xml"/><Relationship Id="rId3" Type="http://schemas.openxmlformats.org/officeDocument/2006/relationships/package" Target="../embeddings/Microsoft_Excel____1.xlsx"/></Relationships>
</file>

<file path=ppt/charts/chart1.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862" b="0" i="0" u="none" strike="noStrike" kern="1200" spc="0" baseline="0">
                <a:solidFill>
                  <a:schemeClr val="tx1">
                    <a:lumMod val="65000"/>
                    <a:lumOff val="35000"/>
                  </a:schemeClr>
                </a:solidFill>
                <a:latin typeface="+mn-lt"/>
                <a:ea typeface="+mn-ea"/>
                <a:cs typeface="+mn-cs"/>
              </a:defRPr>
            </a:pPr>
            <a:r>
              <a:rPr lang="en-US" altLang="ja-JP" dirty="0" smtClean="0"/>
              <a:t>m</a:t>
            </a:r>
            <a:endParaRPr lang="zh-CN" altLang="en-US" dirty="0"/>
          </a:p>
        </c:rich>
      </c:tx>
      <c:layout/>
      <c:overlay val="0"/>
      <c:spPr>
        <a:noFill/>
        <a:ln>
          <a:noFill/>
        </a:ln>
        <a:effectLst/>
      </c:spPr>
      <c:txPr>
        <a:bodyPr rot="0" spcFirstLastPara="1" vertOverflow="ellipsis" vert="horz" wrap="square" anchor="ctr" anchorCtr="1"/>
        <a:lstStyle/>
        <a:p>
          <a:pPr>
            <a:defRPr sz="1862"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barChart>
        <c:barDir val="col"/>
        <c:grouping val="clustered"/>
        <c:varyColors val="0"/>
        <c:ser>
          <c:idx val="0"/>
          <c:order val="0"/>
          <c:tx>
            <c:strRef>
              <c:f>工作表1!$B$1</c:f>
              <c:strCache>
                <c:ptCount val="1"/>
                <c:pt idx="0">
                  <c:v>系列 1</c:v>
                </c:pt>
              </c:strCache>
            </c:strRef>
          </c:tx>
          <c:spPr>
            <a:solidFill>
              <a:schemeClr val="accent1"/>
            </a:solidFill>
            <a:ln>
              <a:noFill/>
            </a:ln>
            <a:effectLst/>
          </c:spPr>
          <c:invertIfNegative val="0"/>
          <c:cat>
            <c:strRef>
              <c:f>工作表1!$A$2:$A$5</c:f>
              <c:strCache>
                <c:ptCount val="4"/>
                <c:pt idx="0">
                  <c:v>类别 1</c:v>
                </c:pt>
                <c:pt idx="1">
                  <c:v>类别 2</c:v>
                </c:pt>
                <c:pt idx="2">
                  <c:v>类别 3</c:v>
                </c:pt>
                <c:pt idx="3">
                  <c:v>类别 4</c:v>
                </c:pt>
              </c:strCache>
            </c:strRef>
          </c:cat>
          <c:val>
            <c:numRef>
              <c:f>工作表1!$B$2:$B$5</c:f>
              <c:numCache>
                <c:formatCode>General</c:formatCode>
                <c:ptCount val="4"/>
                <c:pt idx="0">
                  <c:v>4.3</c:v>
                </c:pt>
                <c:pt idx="1">
                  <c:v>2.5</c:v>
                </c:pt>
                <c:pt idx="2">
                  <c:v>3.5</c:v>
                </c:pt>
                <c:pt idx="3">
                  <c:v>4.5</c:v>
                </c:pt>
              </c:numCache>
            </c:numRef>
          </c:val>
        </c:ser>
        <c:ser>
          <c:idx val="1"/>
          <c:order val="1"/>
          <c:tx>
            <c:strRef>
              <c:f>工作表1!$C$1</c:f>
              <c:strCache>
                <c:ptCount val="1"/>
                <c:pt idx="0">
                  <c:v>系列 2</c:v>
                </c:pt>
              </c:strCache>
            </c:strRef>
          </c:tx>
          <c:spPr>
            <a:solidFill>
              <a:schemeClr val="accent2"/>
            </a:solidFill>
            <a:ln>
              <a:noFill/>
            </a:ln>
            <a:effectLst/>
          </c:spPr>
          <c:invertIfNegative val="0"/>
          <c:cat>
            <c:strRef>
              <c:f>工作表1!$A$2:$A$5</c:f>
              <c:strCache>
                <c:ptCount val="4"/>
                <c:pt idx="0">
                  <c:v>类别 1</c:v>
                </c:pt>
                <c:pt idx="1">
                  <c:v>类别 2</c:v>
                </c:pt>
                <c:pt idx="2">
                  <c:v>类别 3</c:v>
                </c:pt>
                <c:pt idx="3">
                  <c:v>类别 4</c:v>
                </c:pt>
              </c:strCache>
            </c:strRef>
          </c:cat>
          <c:val>
            <c:numRef>
              <c:f>工作表1!$C$2:$C$5</c:f>
              <c:numCache>
                <c:formatCode>General</c:formatCode>
                <c:ptCount val="4"/>
                <c:pt idx="0">
                  <c:v>2.4</c:v>
                </c:pt>
                <c:pt idx="1">
                  <c:v>4.4</c:v>
                </c:pt>
                <c:pt idx="2">
                  <c:v>1.8</c:v>
                </c:pt>
                <c:pt idx="3">
                  <c:v>2.8</c:v>
                </c:pt>
              </c:numCache>
            </c:numRef>
          </c:val>
        </c:ser>
        <c:ser>
          <c:idx val="2"/>
          <c:order val="2"/>
          <c:tx>
            <c:strRef>
              <c:f>工作表1!$D$1</c:f>
              <c:strCache>
                <c:ptCount val="1"/>
                <c:pt idx="0">
                  <c:v>系列 3</c:v>
                </c:pt>
              </c:strCache>
            </c:strRef>
          </c:tx>
          <c:spPr>
            <a:solidFill>
              <a:schemeClr val="accent3"/>
            </a:solidFill>
            <a:ln>
              <a:noFill/>
            </a:ln>
            <a:effectLst/>
          </c:spPr>
          <c:invertIfNegative val="0"/>
          <c:cat>
            <c:strRef>
              <c:f>工作表1!$A$2:$A$5</c:f>
              <c:strCache>
                <c:ptCount val="4"/>
                <c:pt idx="0">
                  <c:v>类别 1</c:v>
                </c:pt>
                <c:pt idx="1">
                  <c:v>类别 2</c:v>
                </c:pt>
                <c:pt idx="2">
                  <c:v>类别 3</c:v>
                </c:pt>
                <c:pt idx="3">
                  <c:v>类别 4</c:v>
                </c:pt>
              </c:strCache>
            </c:strRef>
          </c:cat>
          <c:val>
            <c:numRef>
              <c:f>工作表1!$D$2:$D$5</c:f>
              <c:numCache>
                <c:formatCode>General</c:formatCode>
                <c:ptCount val="4"/>
                <c:pt idx="0">
                  <c:v>2.0</c:v>
                </c:pt>
                <c:pt idx="1">
                  <c:v>2.0</c:v>
                </c:pt>
                <c:pt idx="2">
                  <c:v>3.0</c:v>
                </c:pt>
                <c:pt idx="3">
                  <c:v>5.0</c:v>
                </c:pt>
              </c:numCache>
            </c:numRef>
          </c:val>
        </c:ser>
        <c:dLbls>
          <c:showLegendKey val="0"/>
          <c:showVal val="0"/>
          <c:showCatName val="0"/>
          <c:showSerName val="0"/>
          <c:showPercent val="0"/>
          <c:showBubbleSize val="0"/>
        </c:dLbls>
        <c:gapWidth val="219"/>
        <c:overlap val="-27"/>
        <c:axId val="2129955152"/>
        <c:axId val="-2141705456"/>
      </c:barChart>
      <c:catAx>
        <c:axId val="212995515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zh-CN"/>
          </a:p>
        </c:txPr>
        <c:crossAx val="-2141705456"/>
        <c:crosses val="autoZero"/>
        <c:auto val="1"/>
        <c:lblAlgn val="ctr"/>
        <c:lblOffset val="100"/>
        <c:noMultiLvlLbl val="0"/>
      </c:catAx>
      <c:valAx>
        <c:axId val="-2141705456"/>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zh-CN"/>
          </a:p>
        </c:txPr>
        <c:crossAx val="2129955152"/>
        <c:crosses val="autoZero"/>
        <c:crossBetween val="between"/>
      </c:valAx>
      <c:spPr>
        <a:noFill/>
        <a:ln>
          <a:noFill/>
        </a:ln>
        <a:effectLst/>
      </c:spPr>
    </c:plotArea>
    <c:legend>
      <c:legendPos val="b"/>
      <c:layout/>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a:pPr>
      <a:endParaRPr lang="zh-CN"/>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9059E4C-6302-0540-A3E2-527CA25091F9}" type="datetimeFigureOut">
              <a:rPr kumimoji="1" lang="zh-CN" altLang="en-US" smtClean="0"/>
              <a:t>2019/6/23</a:t>
            </a:fld>
            <a:endParaRPr kumimoji="1"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smtClean="0"/>
              <a:t>单击此处编辑母版文本样式</a:t>
            </a:r>
          </a:p>
          <a:p>
            <a:pPr lvl="1"/>
            <a:r>
              <a:rPr kumimoji="1" lang="ja-JP" altLang="en-US" smtClean="0"/>
              <a:t>二级</a:t>
            </a:r>
          </a:p>
          <a:p>
            <a:pPr lvl="2"/>
            <a:r>
              <a:rPr kumimoji="1" lang="ja-JP" altLang="en-US" smtClean="0"/>
              <a:t>三级</a:t>
            </a:r>
          </a:p>
          <a:p>
            <a:pPr lvl="3"/>
            <a:r>
              <a:rPr kumimoji="1" lang="ja-JP" altLang="en-US" smtClean="0"/>
              <a:t>四级</a:t>
            </a:r>
          </a:p>
          <a:p>
            <a:pPr lvl="4"/>
            <a:r>
              <a:rPr kumimoji="1" lang="ja-JP" altLang="en-US" smtClean="0"/>
              <a:t>五级</a:t>
            </a:r>
            <a:endParaRPr kumimoji="1" lang="zh-CN" altLang="en-US"/>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zh-CN" altLang="en-US"/>
          </a:p>
        </p:txBody>
      </p:sp>
      <p:sp>
        <p:nvSpPr>
          <p:cNvPr id="7" name="幻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064CCEA-A774-1142-A266-FC2353F5D32A}" type="slidenum">
              <a:rPr kumimoji="1" lang="zh-CN" altLang="en-US" smtClean="0"/>
              <a:t>‹#›</a:t>
            </a:fld>
            <a:endParaRPr kumimoji="1" lang="zh-CN" altLang="en-US"/>
          </a:p>
        </p:txBody>
      </p:sp>
    </p:spTree>
    <p:extLst>
      <p:ext uri="{BB962C8B-B14F-4D97-AF65-F5344CB8AC3E}">
        <p14:creationId xmlns:p14="http://schemas.microsoft.com/office/powerpoint/2010/main" val="6266394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kumimoji="1" lang="zh-CN" altLang="en-US" dirty="0"/>
          </a:p>
        </p:txBody>
      </p:sp>
      <p:sp>
        <p:nvSpPr>
          <p:cNvPr id="4" name="幻灯片编号占位符 3"/>
          <p:cNvSpPr>
            <a:spLocks noGrp="1"/>
          </p:cNvSpPr>
          <p:nvPr>
            <p:ph type="sldNum" sz="quarter" idx="10"/>
          </p:nvPr>
        </p:nvSpPr>
        <p:spPr/>
        <p:txBody>
          <a:bodyPr/>
          <a:lstStyle/>
          <a:p>
            <a:fld id="{7064CCEA-A774-1142-A266-FC2353F5D32A}" type="slidenum">
              <a:rPr kumimoji="1" lang="zh-CN" altLang="en-US" smtClean="0"/>
              <a:t>1</a:t>
            </a:fld>
            <a:endParaRPr kumimoji="1" lang="zh-CN" altLang="en-US"/>
          </a:p>
        </p:txBody>
      </p:sp>
    </p:spTree>
    <p:extLst>
      <p:ext uri="{BB962C8B-B14F-4D97-AF65-F5344CB8AC3E}">
        <p14:creationId xmlns:p14="http://schemas.microsoft.com/office/powerpoint/2010/main" val="44394545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kumimoji="1" lang="zh-CN" altLang="en-US" dirty="0"/>
          </a:p>
        </p:txBody>
      </p:sp>
      <p:sp>
        <p:nvSpPr>
          <p:cNvPr id="4" name="幻灯片编号占位符 3"/>
          <p:cNvSpPr>
            <a:spLocks noGrp="1"/>
          </p:cNvSpPr>
          <p:nvPr>
            <p:ph type="sldNum" sz="quarter" idx="10"/>
          </p:nvPr>
        </p:nvSpPr>
        <p:spPr/>
        <p:txBody>
          <a:bodyPr/>
          <a:lstStyle/>
          <a:p>
            <a:fld id="{7064CCEA-A774-1142-A266-FC2353F5D32A}" type="slidenum">
              <a:rPr kumimoji="1" lang="zh-CN" altLang="en-US" smtClean="0"/>
              <a:t>2</a:t>
            </a:fld>
            <a:endParaRPr kumimoji="1" lang="zh-CN" altLang="en-US"/>
          </a:p>
        </p:txBody>
      </p:sp>
    </p:spTree>
    <p:extLst>
      <p:ext uri="{BB962C8B-B14F-4D97-AF65-F5344CB8AC3E}">
        <p14:creationId xmlns:p14="http://schemas.microsoft.com/office/powerpoint/2010/main" val="76542203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kumimoji="1" lang="ja-JP" altLang="en-US" dirty="0" smtClean="0"/>
          </a:p>
        </p:txBody>
      </p:sp>
      <p:sp>
        <p:nvSpPr>
          <p:cNvPr id="4" name="幻灯片编号占位符 3"/>
          <p:cNvSpPr>
            <a:spLocks noGrp="1"/>
          </p:cNvSpPr>
          <p:nvPr>
            <p:ph type="sldNum" sz="quarter" idx="10"/>
          </p:nvPr>
        </p:nvSpPr>
        <p:spPr/>
        <p:txBody>
          <a:bodyPr/>
          <a:lstStyle/>
          <a:p>
            <a:fld id="{7064CCEA-A774-1142-A266-FC2353F5D32A}" type="slidenum">
              <a:rPr kumimoji="1" lang="zh-CN" altLang="en-US" smtClean="0"/>
              <a:t>3</a:t>
            </a:fld>
            <a:endParaRPr kumimoji="1" lang="zh-CN" altLang="en-US"/>
          </a:p>
        </p:txBody>
      </p:sp>
    </p:spTree>
    <p:extLst>
      <p:ext uri="{BB962C8B-B14F-4D97-AF65-F5344CB8AC3E}">
        <p14:creationId xmlns:p14="http://schemas.microsoft.com/office/powerpoint/2010/main" val="67018757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kumimoji="1" lang="zh-CN" altLang="en-US" dirty="0"/>
          </a:p>
        </p:txBody>
      </p:sp>
      <p:sp>
        <p:nvSpPr>
          <p:cNvPr id="4" name="幻灯片编号占位符 3"/>
          <p:cNvSpPr>
            <a:spLocks noGrp="1"/>
          </p:cNvSpPr>
          <p:nvPr>
            <p:ph type="sldNum" sz="quarter" idx="10"/>
          </p:nvPr>
        </p:nvSpPr>
        <p:spPr/>
        <p:txBody>
          <a:bodyPr/>
          <a:lstStyle/>
          <a:p>
            <a:fld id="{7064CCEA-A774-1142-A266-FC2353F5D32A}" type="slidenum">
              <a:rPr kumimoji="1" lang="zh-CN" altLang="en-US" smtClean="0"/>
              <a:t>4</a:t>
            </a:fld>
            <a:endParaRPr kumimoji="1" lang="zh-CN" altLang="en-US"/>
          </a:p>
        </p:txBody>
      </p:sp>
    </p:spTree>
    <p:extLst>
      <p:ext uri="{BB962C8B-B14F-4D97-AF65-F5344CB8AC3E}">
        <p14:creationId xmlns:p14="http://schemas.microsoft.com/office/powerpoint/2010/main" val="149104216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kumimoji="1" lang="en-US" altLang="ja-JP" dirty="0" err="1" smtClean="0"/>
              <a:t>install.packages</a:t>
            </a:r>
            <a:r>
              <a:rPr kumimoji="1" lang="en-US" altLang="ja-JP" dirty="0" smtClean="0"/>
              <a:t>("</a:t>
            </a:r>
            <a:r>
              <a:rPr kumimoji="1" lang="en-US" altLang="ja-JP" dirty="0" err="1" smtClean="0"/>
              <a:t>ggQC</a:t>
            </a:r>
            <a:r>
              <a:rPr kumimoji="1" lang="en-US" altLang="ja-JP" dirty="0" smtClean="0"/>
              <a:t>")</a:t>
            </a:r>
          </a:p>
          <a:p>
            <a:r>
              <a:rPr kumimoji="1" lang="en-US" altLang="ja-JP" dirty="0" smtClean="0"/>
              <a:t>library(</a:t>
            </a:r>
            <a:r>
              <a:rPr kumimoji="1" lang="en-US" altLang="ja-JP" dirty="0" err="1" smtClean="0"/>
              <a:t>ggQC</a:t>
            </a:r>
            <a:r>
              <a:rPr kumimoji="1" lang="en-US" altLang="ja-JP" dirty="0" smtClean="0"/>
              <a:t>)</a:t>
            </a:r>
          </a:p>
          <a:p>
            <a:r>
              <a:rPr kumimoji="1" lang="mr-IN" altLang="ja-JP" dirty="0" err="1" smtClean="0"/>
              <a:t>df</a:t>
            </a:r>
            <a:r>
              <a:rPr kumimoji="1" lang="mr-IN" altLang="ja-JP" dirty="0" smtClean="0"/>
              <a:t> &lt;- </a:t>
            </a:r>
            <a:r>
              <a:rPr kumimoji="1" lang="mr-IN" altLang="ja-JP" dirty="0" err="1" smtClean="0"/>
              <a:t>data.frame</a:t>
            </a:r>
            <a:r>
              <a:rPr kumimoji="1" lang="mr-IN" altLang="ja-JP" dirty="0" smtClean="0"/>
              <a:t>(</a:t>
            </a:r>
            <a:r>
              <a:rPr kumimoji="1" lang="mr-IN" altLang="ja-JP" dirty="0" err="1" smtClean="0"/>
              <a:t>x</a:t>
            </a:r>
            <a:r>
              <a:rPr kumimoji="1" lang="mr-IN" altLang="ja-JP" dirty="0" smtClean="0"/>
              <a:t>=</a:t>
            </a:r>
            <a:r>
              <a:rPr kumimoji="1" lang="mr-IN" altLang="ja-JP" dirty="0" err="1" smtClean="0"/>
              <a:t>c</a:t>
            </a:r>
            <a:r>
              <a:rPr kumimoji="1" lang="mr-IN" altLang="ja-JP" dirty="0" smtClean="0"/>
              <a:t>("1","2","3","4"),</a:t>
            </a:r>
            <a:r>
              <a:rPr kumimoji="1" lang="mr-IN" altLang="ja-JP" dirty="0" err="1" smtClean="0"/>
              <a:t>y</a:t>
            </a:r>
            <a:r>
              <a:rPr kumimoji="1" lang="mr-IN" altLang="ja-JP" dirty="0" smtClean="0"/>
              <a:t>=</a:t>
            </a:r>
            <a:r>
              <a:rPr kumimoji="1" lang="mr-IN" altLang="ja-JP" dirty="0" err="1" smtClean="0"/>
              <a:t>c</a:t>
            </a:r>
            <a:r>
              <a:rPr kumimoji="1" lang="mr-IN" altLang="ja-JP" dirty="0" smtClean="0"/>
              <a:t>(117607,46667, 10000,184274-(117607+46667</a:t>
            </a:r>
            <a:r>
              <a:rPr kumimoji="1" lang="en-US" altLang="ja-JP" dirty="0" smtClean="0"/>
              <a:t>+10000</a:t>
            </a:r>
            <a:r>
              <a:rPr kumimoji="1" lang="mr-IN" altLang="ja-JP" dirty="0" smtClean="0"/>
              <a:t>)))</a:t>
            </a:r>
            <a:endParaRPr kumimoji="1" lang="en-US" altLang="ja-JP" dirty="0" smtClean="0"/>
          </a:p>
          <a:p>
            <a:r>
              <a:rPr kumimoji="1" lang="mr-IN" altLang="ja-JP" dirty="0" err="1" smtClean="0"/>
              <a:t>ggplot</a:t>
            </a:r>
            <a:r>
              <a:rPr kumimoji="1" lang="mr-IN" altLang="ja-JP" dirty="0" smtClean="0"/>
              <a:t>(</a:t>
            </a:r>
            <a:r>
              <a:rPr kumimoji="1" lang="mr-IN" altLang="ja-JP" dirty="0" err="1" smtClean="0"/>
              <a:t>df</a:t>
            </a:r>
            <a:r>
              <a:rPr kumimoji="1" lang="mr-IN" altLang="ja-JP" dirty="0" smtClean="0"/>
              <a:t>, </a:t>
            </a:r>
            <a:r>
              <a:rPr kumimoji="1" lang="mr-IN" altLang="ja-JP" dirty="0" err="1" smtClean="0"/>
              <a:t>aes</a:t>
            </a:r>
            <a:r>
              <a:rPr kumimoji="1" lang="mr-IN" altLang="ja-JP" dirty="0" smtClean="0"/>
              <a:t>(</a:t>
            </a:r>
            <a:r>
              <a:rPr kumimoji="1" lang="mr-IN" altLang="ja-JP" dirty="0" err="1" smtClean="0"/>
              <a:t>x</a:t>
            </a:r>
            <a:r>
              <a:rPr kumimoji="1" lang="mr-IN" altLang="ja-JP" dirty="0" smtClean="0"/>
              <a:t>=</a:t>
            </a:r>
            <a:r>
              <a:rPr kumimoji="1" lang="mr-IN" altLang="ja-JP" dirty="0" err="1" smtClean="0"/>
              <a:t>x</a:t>
            </a:r>
            <a:r>
              <a:rPr kumimoji="1" lang="mr-IN" altLang="ja-JP" dirty="0" smtClean="0"/>
              <a:t>, </a:t>
            </a:r>
            <a:r>
              <a:rPr kumimoji="1" lang="mr-IN" altLang="ja-JP" dirty="0" err="1" smtClean="0"/>
              <a:t>y</a:t>
            </a:r>
            <a:r>
              <a:rPr kumimoji="1" lang="mr-IN" altLang="ja-JP" dirty="0" smtClean="0"/>
              <a:t>=</a:t>
            </a:r>
            <a:r>
              <a:rPr kumimoji="1" lang="mr-IN" altLang="ja-JP" dirty="0" err="1" smtClean="0"/>
              <a:t>y</a:t>
            </a:r>
            <a:r>
              <a:rPr kumimoji="1" lang="mr-IN" altLang="ja-JP" dirty="0" smtClean="0"/>
              <a:t>)) +  </a:t>
            </a:r>
            <a:r>
              <a:rPr kumimoji="1" lang="mr-IN" altLang="ja-JP" dirty="0" err="1" smtClean="0"/>
              <a:t>stat_pareto</a:t>
            </a:r>
            <a:r>
              <a:rPr kumimoji="1" lang="mr-IN" altLang="ja-JP" dirty="0" smtClean="0"/>
              <a:t>(</a:t>
            </a:r>
            <a:r>
              <a:rPr kumimoji="1" lang="mr-IN" altLang="ja-JP" dirty="0" err="1" smtClean="0"/>
              <a:t>point.size</a:t>
            </a:r>
            <a:r>
              <a:rPr kumimoji="1" lang="mr-IN" altLang="ja-JP" dirty="0" smtClean="0"/>
              <a:t> = 2,              </a:t>
            </a:r>
            <a:endParaRPr kumimoji="1" lang="en-US" altLang="ja-JP" dirty="0" smtClean="0"/>
          </a:p>
          <a:p>
            <a:r>
              <a:rPr kumimoji="1" lang="mr-IN" altLang="ja-JP" dirty="0" err="1" smtClean="0"/>
              <a:t>line.color</a:t>
            </a:r>
            <a:r>
              <a:rPr kumimoji="1" lang="mr-IN" altLang="ja-JP" dirty="0" smtClean="0"/>
              <a:t> = "</a:t>
            </a:r>
            <a:r>
              <a:rPr kumimoji="1" lang="mr-IN" altLang="ja-JP" dirty="0" err="1" smtClean="0"/>
              <a:t>black</a:t>
            </a:r>
            <a:r>
              <a:rPr kumimoji="1" lang="mr-IN" altLang="ja-JP" dirty="0" smtClean="0"/>
              <a:t>",      </a:t>
            </a:r>
            <a:endParaRPr kumimoji="1" lang="en-US" altLang="ja-JP" dirty="0" smtClean="0"/>
          </a:p>
          <a:p>
            <a:r>
              <a:rPr kumimoji="1" lang="mr-IN" altLang="ja-JP" dirty="0" smtClean="0"/>
              <a:t>        </a:t>
            </a:r>
            <a:endParaRPr kumimoji="1" lang="en-US" altLang="ja-JP" dirty="0" smtClean="0"/>
          </a:p>
          <a:p>
            <a:r>
              <a:rPr kumimoji="1" lang="mr-IN" altLang="ja-JP" dirty="0" err="1" smtClean="0"/>
              <a:t>bars.fill</a:t>
            </a:r>
            <a:r>
              <a:rPr kumimoji="1" lang="mr-IN" altLang="ja-JP" dirty="0" smtClean="0"/>
              <a:t> = </a:t>
            </a:r>
            <a:r>
              <a:rPr kumimoji="1" lang="mr-IN" altLang="ja-JP" dirty="0" err="1" smtClean="0"/>
              <a:t>c</a:t>
            </a:r>
            <a:r>
              <a:rPr kumimoji="1" lang="mr-IN" altLang="ja-JP" dirty="0" smtClean="0"/>
              <a:t>("#3399FF")) </a:t>
            </a:r>
            <a:endParaRPr kumimoji="1" lang="en-US" altLang="ja-JP" dirty="0" smtClean="0"/>
          </a:p>
          <a:p>
            <a:r>
              <a:rPr kumimoji="1" lang="mr-IN" altLang="ja-JP" dirty="0" smtClean="0"/>
              <a:t>+ </a:t>
            </a:r>
            <a:r>
              <a:rPr kumimoji="1" lang="mr-IN" altLang="ja-JP" dirty="0" err="1" smtClean="0"/>
              <a:t>theme_minimal</a:t>
            </a:r>
            <a:r>
              <a:rPr kumimoji="1" lang="mr-IN" altLang="ja-JP" dirty="0" smtClean="0"/>
              <a:t>() </a:t>
            </a:r>
            <a:endParaRPr kumimoji="1" lang="en-US" altLang="ja-JP" dirty="0" smtClean="0"/>
          </a:p>
          <a:p>
            <a:r>
              <a:rPr kumimoji="1" lang="mr-IN" altLang="ja-JP" dirty="0" smtClean="0"/>
              <a:t>+ </a:t>
            </a:r>
            <a:r>
              <a:rPr kumimoji="1" lang="mr-IN" altLang="ja-JP" dirty="0" err="1" smtClean="0"/>
              <a:t>scale_x_discrete</a:t>
            </a:r>
            <a:r>
              <a:rPr kumimoji="1" lang="mr-IN" altLang="ja-JP" dirty="0" smtClean="0"/>
              <a:t>(</a:t>
            </a:r>
            <a:r>
              <a:rPr kumimoji="1" lang="mr-IN" altLang="ja-JP" dirty="0" err="1" smtClean="0"/>
              <a:t>labels</a:t>
            </a:r>
            <a:r>
              <a:rPr kumimoji="1" lang="mr-IN" altLang="ja-JP" dirty="0" smtClean="0"/>
              <a:t>= </a:t>
            </a:r>
            <a:r>
              <a:rPr kumimoji="1" lang="mr-IN" altLang="ja-JP" dirty="0" err="1" smtClean="0"/>
              <a:t>c</a:t>
            </a:r>
            <a:r>
              <a:rPr kumimoji="1" lang="mr-IN" altLang="ja-JP" dirty="0" smtClean="0"/>
              <a:t>("</a:t>
            </a:r>
            <a:r>
              <a:rPr kumimoji="1" lang="ja-JP" altLang="mr-IN" dirty="0" smtClean="0"/>
              <a:t>日本損害保険協会</a:t>
            </a:r>
            <a:r>
              <a:rPr kumimoji="1" lang="mr-IN" altLang="ja-JP" dirty="0" smtClean="0"/>
              <a:t>","TIGER</a:t>
            </a:r>
            <a:r>
              <a:rPr kumimoji="1" lang="en-US" altLang="ja-JP" dirty="0" smtClean="0"/>
              <a:t> </a:t>
            </a:r>
            <a:r>
              <a:rPr kumimoji="1" lang="mr-IN" altLang="ja-JP" dirty="0" smtClean="0"/>
              <a:t>AIR","</a:t>
            </a:r>
            <a:r>
              <a:rPr kumimoji="1" lang="mr-IN" altLang="ja-JP" dirty="0" err="1" smtClean="0"/>
              <a:t>be</a:t>
            </a:r>
            <a:r>
              <a:rPr kumimoji="1" lang="mr-IN" altLang="ja-JP" dirty="0" smtClean="0"/>
              <a:t>","</a:t>
            </a:r>
            <a:r>
              <a:rPr kumimoji="1" lang="ja-JP" altLang="mr-IN" dirty="0" smtClean="0"/>
              <a:t>その他</a:t>
            </a:r>
            <a:r>
              <a:rPr kumimoji="1" lang="mr-IN" altLang="ja-JP" dirty="0" smtClean="0"/>
              <a:t>")) </a:t>
            </a:r>
            <a:endParaRPr kumimoji="1" lang="ja-JP" altLang="en-US" dirty="0" smtClean="0"/>
          </a:p>
        </p:txBody>
      </p:sp>
      <p:sp>
        <p:nvSpPr>
          <p:cNvPr id="4" name="幻灯片编号占位符 3"/>
          <p:cNvSpPr>
            <a:spLocks noGrp="1"/>
          </p:cNvSpPr>
          <p:nvPr>
            <p:ph type="sldNum" sz="quarter" idx="10"/>
          </p:nvPr>
        </p:nvSpPr>
        <p:spPr/>
        <p:txBody>
          <a:bodyPr/>
          <a:lstStyle/>
          <a:p>
            <a:fld id="{7064CCEA-A774-1142-A266-FC2353F5D32A}" type="slidenum">
              <a:rPr kumimoji="1" lang="zh-CN" altLang="en-US" smtClean="0"/>
              <a:t>5</a:t>
            </a:fld>
            <a:endParaRPr kumimoji="1" lang="zh-CN" altLang="en-US"/>
          </a:p>
        </p:txBody>
      </p:sp>
    </p:spTree>
    <p:extLst>
      <p:ext uri="{BB962C8B-B14F-4D97-AF65-F5344CB8AC3E}">
        <p14:creationId xmlns:p14="http://schemas.microsoft.com/office/powerpoint/2010/main" val="98149108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kumimoji="1" lang="zh-CN" altLang="en-US" dirty="0"/>
          </a:p>
        </p:txBody>
      </p:sp>
      <p:sp>
        <p:nvSpPr>
          <p:cNvPr id="4" name="幻灯片编号占位符 3"/>
          <p:cNvSpPr>
            <a:spLocks noGrp="1"/>
          </p:cNvSpPr>
          <p:nvPr>
            <p:ph type="sldNum" sz="quarter" idx="10"/>
          </p:nvPr>
        </p:nvSpPr>
        <p:spPr/>
        <p:txBody>
          <a:bodyPr/>
          <a:lstStyle/>
          <a:p>
            <a:fld id="{7064CCEA-A774-1142-A266-FC2353F5D32A}" type="slidenum">
              <a:rPr kumimoji="1" lang="zh-CN" altLang="en-US" smtClean="0"/>
              <a:t>6</a:t>
            </a:fld>
            <a:endParaRPr kumimoji="1" lang="zh-CN" altLang="en-US"/>
          </a:p>
        </p:txBody>
      </p:sp>
    </p:spTree>
    <p:extLst>
      <p:ext uri="{BB962C8B-B14F-4D97-AF65-F5344CB8AC3E}">
        <p14:creationId xmlns:p14="http://schemas.microsoft.com/office/powerpoint/2010/main" val="67636785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kumimoji="1" lang="zh-CN" altLang="en-US" dirty="0"/>
          </a:p>
        </p:txBody>
      </p:sp>
      <p:sp>
        <p:nvSpPr>
          <p:cNvPr id="4" name="幻灯片编号占位符 3"/>
          <p:cNvSpPr>
            <a:spLocks noGrp="1"/>
          </p:cNvSpPr>
          <p:nvPr>
            <p:ph type="sldNum" sz="quarter" idx="10"/>
          </p:nvPr>
        </p:nvSpPr>
        <p:spPr/>
        <p:txBody>
          <a:bodyPr/>
          <a:lstStyle/>
          <a:p>
            <a:fld id="{7064CCEA-A774-1142-A266-FC2353F5D32A}" type="slidenum">
              <a:rPr kumimoji="1" lang="zh-CN" altLang="en-US" smtClean="0"/>
              <a:t>7</a:t>
            </a:fld>
            <a:endParaRPr kumimoji="1" lang="zh-CN" altLang="en-US"/>
          </a:p>
        </p:txBody>
      </p:sp>
    </p:spTree>
    <p:extLst>
      <p:ext uri="{BB962C8B-B14F-4D97-AF65-F5344CB8AC3E}">
        <p14:creationId xmlns:p14="http://schemas.microsoft.com/office/powerpoint/2010/main" val="175785401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kumimoji="1" lang="zh-CN" altLang="en-US" dirty="0"/>
          </a:p>
        </p:txBody>
      </p:sp>
      <p:sp>
        <p:nvSpPr>
          <p:cNvPr id="4" name="幻灯片编号占位符 3"/>
          <p:cNvSpPr>
            <a:spLocks noGrp="1"/>
          </p:cNvSpPr>
          <p:nvPr>
            <p:ph type="sldNum" sz="quarter" idx="10"/>
          </p:nvPr>
        </p:nvSpPr>
        <p:spPr/>
        <p:txBody>
          <a:bodyPr/>
          <a:lstStyle/>
          <a:p>
            <a:fld id="{7064CCEA-A774-1142-A266-FC2353F5D32A}" type="slidenum">
              <a:rPr kumimoji="1" lang="zh-CN" altLang="en-US" smtClean="0"/>
              <a:t>11</a:t>
            </a:fld>
            <a:endParaRPr kumimoji="1" lang="zh-CN" altLang="en-US"/>
          </a:p>
        </p:txBody>
      </p:sp>
    </p:spTree>
    <p:extLst>
      <p:ext uri="{BB962C8B-B14F-4D97-AF65-F5344CB8AC3E}">
        <p14:creationId xmlns:p14="http://schemas.microsoft.com/office/powerpoint/2010/main" val="200517521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p:cNvSpPr>
            <a:spLocks noGrp="1"/>
          </p:cNvSpPr>
          <p:nvPr>
            <p:ph type="ctrTitle"/>
          </p:nvPr>
        </p:nvSpPr>
        <p:spPr>
          <a:xfrm>
            <a:off x="1524000" y="1122363"/>
            <a:ext cx="9144000" cy="2387600"/>
          </a:xfrm>
        </p:spPr>
        <p:txBody>
          <a:bodyPr anchor="b"/>
          <a:lstStyle>
            <a:lvl1pPr algn="ctr">
              <a:defRPr sz="6000"/>
            </a:lvl1pPr>
          </a:lstStyle>
          <a:p>
            <a:r>
              <a:rPr kumimoji="1" lang="zh-CN" altLang="en-US" smtClean="0"/>
              <a:t>单击此处编辑母版标题样式</a:t>
            </a:r>
            <a:endParaRPr kumimoji="1" lang="zh-CN" altLang="en-US"/>
          </a:p>
        </p:txBody>
      </p:sp>
      <p:sp>
        <p:nvSpPr>
          <p:cNvPr id="3" name="副标题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zh-CN" altLang="en-US" smtClean="0"/>
              <a:t>单击此处编辑母版副标题样式</a:t>
            </a:r>
            <a:endParaRPr kumimoji="1" lang="zh-CN" altLang="en-US"/>
          </a:p>
        </p:txBody>
      </p:sp>
      <p:sp>
        <p:nvSpPr>
          <p:cNvPr id="4" name="日期占位符 3"/>
          <p:cNvSpPr>
            <a:spLocks noGrp="1"/>
          </p:cNvSpPr>
          <p:nvPr>
            <p:ph type="dt" sz="half" idx="10"/>
          </p:nvPr>
        </p:nvSpPr>
        <p:spPr/>
        <p:txBody>
          <a:bodyPr/>
          <a:lstStyle/>
          <a:p>
            <a:fld id="{0B710F46-BC24-784E-80C8-A6CFFD34AF82}" type="datetimeFigureOut">
              <a:rPr kumimoji="1" lang="zh-CN" altLang="en-US" smtClean="0"/>
              <a:t>2019/6/23</a:t>
            </a:fld>
            <a:endParaRPr kumimoji="1" lang="zh-CN" altLang="en-US"/>
          </a:p>
        </p:txBody>
      </p:sp>
      <p:sp>
        <p:nvSpPr>
          <p:cNvPr id="5" name="页脚占位符 4"/>
          <p:cNvSpPr>
            <a:spLocks noGrp="1"/>
          </p:cNvSpPr>
          <p:nvPr>
            <p:ph type="ftr" sz="quarter" idx="11"/>
          </p:nvPr>
        </p:nvSpPr>
        <p:spPr/>
        <p:txBody>
          <a:bodyPr/>
          <a:lstStyle/>
          <a:p>
            <a:endParaRPr kumimoji="1" lang="zh-CN" altLang="en-US"/>
          </a:p>
        </p:txBody>
      </p:sp>
      <p:sp>
        <p:nvSpPr>
          <p:cNvPr id="6" name="幻灯片编号占位符 5"/>
          <p:cNvSpPr>
            <a:spLocks noGrp="1"/>
          </p:cNvSpPr>
          <p:nvPr>
            <p:ph type="sldNum" sz="quarter" idx="12"/>
          </p:nvPr>
        </p:nvSpPr>
        <p:spPr/>
        <p:txBody>
          <a:bodyPr/>
          <a:lstStyle/>
          <a:p>
            <a:fld id="{C64D2EE3-4096-204F-A4F0-F2BBD87B4097}" type="slidenum">
              <a:rPr kumimoji="1" lang="zh-CN" altLang="en-US" smtClean="0"/>
              <a:t>‹#›</a:t>
            </a:fld>
            <a:endParaRPr kumimoji="1" lang="zh-CN" altLang="en-US"/>
          </a:p>
        </p:txBody>
      </p:sp>
    </p:spTree>
    <p:extLst>
      <p:ext uri="{BB962C8B-B14F-4D97-AF65-F5344CB8AC3E}">
        <p14:creationId xmlns:p14="http://schemas.microsoft.com/office/powerpoint/2010/main" val="109945835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kumimoji="1" lang="zh-CN" altLang="en-US" smtClean="0"/>
              <a:t>单击此处编辑母版标题样式</a:t>
            </a:r>
            <a:endParaRPr kumimoji="1" lang="zh-CN" altLang="en-US"/>
          </a:p>
        </p:txBody>
      </p:sp>
      <p:sp>
        <p:nvSpPr>
          <p:cNvPr id="3" name="内容占位符 2"/>
          <p:cNvSpPr>
            <a:spLocks noGrp="1"/>
          </p:cNvSpPr>
          <p:nvPr>
            <p:ph idx="1"/>
          </p:nvPr>
        </p:nvSpPr>
        <p:spPr/>
        <p:txBody>
          <a:bodyPr/>
          <a:lstStyle/>
          <a:p>
            <a:pPr lvl="0"/>
            <a:r>
              <a:rPr kumimoji="1" lang="zh-CN" altLang="en-US" smtClean="0"/>
              <a:t>单击此处编辑母版文本样式</a:t>
            </a:r>
          </a:p>
          <a:p>
            <a:pPr lvl="1"/>
            <a:r>
              <a:rPr kumimoji="1" lang="zh-CN" altLang="en-US" smtClean="0"/>
              <a:t>二级</a:t>
            </a:r>
          </a:p>
          <a:p>
            <a:pPr lvl="2"/>
            <a:r>
              <a:rPr kumimoji="1" lang="zh-CN" altLang="en-US" smtClean="0"/>
              <a:t>三级</a:t>
            </a:r>
          </a:p>
          <a:p>
            <a:pPr lvl="3"/>
            <a:r>
              <a:rPr kumimoji="1" lang="zh-CN" altLang="en-US" smtClean="0"/>
              <a:t>四级</a:t>
            </a:r>
          </a:p>
          <a:p>
            <a:pPr lvl="4"/>
            <a:r>
              <a:rPr kumimoji="1" lang="zh-CN" altLang="en-US" smtClean="0"/>
              <a:t>五级</a:t>
            </a:r>
            <a:endParaRPr kumimoji="1" lang="zh-CN" altLang="en-US"/>
          </a:p>
        </p:txBody>
      </p:sp>
      <p:sp>
        <p:nvSpPr>
          <p:cNvPr id="4" name="日期占位符 3"/>
          <p:cNvSpPr>
            <a:spLocks noGrp="1"/>
          </p:cNvSpPr>
          <p:nvPr>
            <p:ph type="dt" sz="half" idx="10"/>
          </p:nvPr>
        </p:nvSpPr>
        <p:spPr/>
        <p:txBody>
          <a:bodyPr/>
          <a:lstStyle/>
          <a:p>
            <a:fld id="{0B710F46-BC24-784E-80C8-A6CFFD34AF82}" type="datetimeFigureOut">
              <a:rPr kumimoji="1" lang="zh-CN" altLang="en-US" smtClean="0"/>
              <a:t>2019/6/23</a:t>
            </a:fld>
            <a:endParaRPr kumimoji="1" lang="zh-CN" altLang="en-US"/>
          </a:p>
        </p:txBody>
      </p:sp>
      <p:sp>
        <p:nvSpPr>
          <p:cNvPr id="5" name="页脚占位符 4"/>
          <p:cNvSpPr>
            <a:spLocks noGrp="1"/>
          </p:cNvSpPr>
          <p:nvPr>
            <p:ph type="ftr" sz="quarter" idx="11"/>
          </p:nvPr>
        </p:nvSpPr>
        <p:spPr/>
        <p:txBody>
          <a:bodyPr/>
          <a:lstStyle/>
          <a:p>
            <a:endParaRPr kumimoji="1" lang="zh-CN" altLang="en-US"/>
          </a:p>
        </p:txBody>
      </p:sp>
      <p:sp>
        <p:nvSpPr>
          <p:cNvPr id="6" name="幻灯片编号占位符 5"/>
          <p:cNvSpPr>
            <a:spLocks noGrp="1"/>
          </p:cNvSpPr>
          <p:nvPr>
            <p:ph type="sldNum" sz="quarter" idx="12"/>
          </p:nvPr>
        </p:nvSpPr>
        <p:spPr/>
        <p:txBody>
          <a:bodyPr/>
          <a:lstStyle/>
          <a:p>
            <a:fld id="{C64D2EE3-4096-204F-A4F0-F2BBD87B4097}" type="slidenum">
              <a:rPr kumimoji="1" lang="zh-CN" altLang="en-US" smtClean="0"/>
              <a:t>‹#›</a:t>
            </a:fld>
            <a:endParaRPr kumimoji="1" lang="zh-CN" altLang="en-US"/>
          </a:p>
        </p:txBody>
      </p:sp>
    </p:spTree>
    <p:extLst>
      <p:ext uri="{BB962C8B-B14F-4D97-AF65-F5344CB8AC3E}">
        <p14:creationId xmlns:p14="http://schemas.microsoft.com/office/powerpoint/2010/main" val="5097840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831850" y="1709738"/>
            <a:ext cx="10515600" cy="2852737"/>
          </a:xfrm>
        </p:spPr>
        <p:txBody>
          <a:bodyPr anchor="b"/>
          <a:lstStyle>
            <a:lvl1pPr>
              <a:defRPr sz="6000"/>
            </a:lvl1pPr>
          </a:lstStyle>
          <a:p>
            <a:r>
              <a:rPr kumimoji="1" lang="ja-JP" altLang="en-US" smtClean="0"/>
              <a:t>单击此处编辑母版标题样式</a:t>
            </a:r>
            <a:endParaRPr kumimoji="1" lang="zh-CN" altLang="en-US"/>
          </a:p>
        </p:txBody>
      </p:sp>
      <p:sp>
        <p:nvSpPr>
          <p:cNvPr id="3" name="文本占位符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kumimoji="1" lang="ja-JP" altLang="en-US" smtClean="0"/>
              <a:t>单击此处编辑母版文本样式</a:t>
            </a:r>
          </a:p>
        </p:txBody>
      </p:sp>
      <p:sp>
        <p:nvSpPr>
          <p:cNvPr id="4" name="日期占位符 3"/>
          <p:cNvSpPr>
            <a:spLocks noGrp="1"/>
          </p:cNvSpPr>
          <p:nvPr>
            <p:ph type="dt" sz="half" idx="10"/>
          </p:nvPr>
        </p:nvSpPr>
        <p:spPr/>
        <p:txBody>
          <a:bodyPr/>
          <a:lstStyle/>
          <a:p>
            <a:fld id="{0B710F46-BC24-784E-80C8-A6CFFD34AF82}" type="datetimeFigureOut">
              <a:rPr kumimoji="1" lang="zh-CN" altLang="en-US" smtClean="0"/>
              <a:t>2019/6/23</a:t>
            </a:fld>
            <a:endParaRPr kumimoji="1" lang="zh-CN" altLang="en-US"/>
          </a:p>
        </p:txBody>
      </p:sp>
      <p:sp>
        <p:nvSpPr>
          <p:cNvPr id="5" name="页脚占位符 4"/>
          <p:cNvSpPr>
            <a:spLocks noGrp="1"/>
          </p:cNvSpPr>
          <p:nvPr>
            <p:ph type="ftr" sz="quarter" idx="11"/>
          </p:nvPr>
        </p:nvSpPr>
        <p:spPr/>
        <p:txBody>
          <a:bodyPr/>
          <a:lstStyle/>
          <a:p>
            <a:endParaRPr kumimoji="1" lang="zh-CN" altLang="en-US"/>
          </a:p>
        </p:txBody>
      </p:sp>
      <p:sp>
        <p:nvSpPr>
          <p:cNvPr id="6" name="幻灯片编号占位符 5"/>
          <p:cNvSpPr>
            <a:spLocks noGrp="1"/>
          </p:cNvSpPr>
          <p:nvPr>
            <p:ph type="sldNum" sz="quarter" idx="12"/>
          </p:nvPr>
        </p:nvSpPr>
        <p:spPr/>
        <p:txBody>
          <a:bodyPr/>
          <a:lstStyle/>
          <a:p>
            <a:fld id="{C64D2EE3-4096-204F-A4F0-F2BBD87B4097}" type="slidenum">
              <a:rPr kumimoji="1" lang="zh-CN" altLang="en-US" smtClean="0"/>
              <a:t>‹#›</a:t>
            </a:fld>
            <a:endParaRPr kumimoji="1" lang="zh-CN" altLang="en-US"/>
          </a:p>
        </p:txBody>
      </p:sp>
    </p:spTree>
    <p:extLst>
      <p:ext uri="{BB962C8B-B14F-4D97-AF65-F5344CB8AC3E}">
        <p14:creationId xmlns:p14="http://schemas.microsoft.com/office/powerpoint/2010/main" val="3069514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项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kumimoji="1" lang="ja-JP" altLang="en-US" smtClean="0"/>
              <a:t>单击此处编辑母版标题样式</a:t>
            </a:r>
            <a:endParaRPr kumimoji="1" lang="zh-CN" altLang="en-US"/>
          </a:p>
        </p:txBody>
      </p:sp>
      <p:sp>
        <p:nvSpPr>
          <p:cNvPr id="3" name="内容占位符 2"/>
          <p:cNvSpPr>
            <a:spLocks noGrp="1"/>
          </p:cNvSpPr>
          <p:nvPr>
            <p:ph sz="half" idx="1"/>
          </p:nvPr>
        </p:nvSpPr>
        <p:spPr>
          <a:xfrm>
            <a:off x="838200" y="1825625"/>
            <a:ext cx="5181600" cy="4351338"/>
          </a:xfrm>
        </p:spPr>
        <p:txBody>
          <a:bodyPr/>
          <a:lstStyle/>
          <a:p>
            <a:pPr lvl="0"/>
            <a:r>
              <a:rPr kumimoji="1" lang="ja-JP" altLang="en-US" smtClean="0"/>
              <a:t>单击此处编辑母版文本样式</a:t>
            </a:r>
          </a:p>
          <a:p>
            <a:pPr lvl="1"/>
            <a:r>
              <a:rPr kumimoji="1" lang="ja-JP" altLang="en-US" smtClean="0"/>
              <a:t>二级</a:t>
            </a:r>
          </a:p>
          <a:p>
            <a:pPr lvl="2"/>
            <a:r>
              <a:rPr kumimoji="1" lang="ja-JP" altLang="en-US" smtClean="0"/>
              <a:t>三级</a:t>
            </a:r>
          </a:p>
          <a:p>
            <a:pPr lvl="3"/>
            <a:r>
              <a:rPr kumimoji="1" lang="ja-JP" altLang="en-US" smtClean="0"/>
              <a:t>四级</a:t>
            </a:r>
          </a:p>
          <a:p>
            <a:pPr lvl="4"/>
            <a:r>
              <a:rPr kumimoji="1" lang="ja-JP" altLang="en-US" smtClean="0"/>
              <a:t>五级</a:t>
            </a:r>
            <a:endParaRPr kumimoji="1" lang="zh-CN" altLang="en-US"/>
          </a:p>
        </p:txBody>
      </p:sp>
      <p:sp>
        <p:nvSpPr>
          <p:cNvPr id="4" name="内容占位符 3"/>
          <p:cNvSpPr>
            <a:spLocks noGrp="1"/>
          </p:cNvSpPr>
          <p:nvPr>
            <p:ph sz="half" idx="2"/>
          </p:nvPr>
        </p:nvSpPr>
        <p:spPr>
          <a:xfrm>
            <a:off x="6172200" y="1825625"/>
            <a:ext cx="5181600" cy="4351338"/>
          </a:xfrm>
        </p:spPr>
        <p:txBody>
          <a:bodyPr/>
          <a:lstStyle/>
          <a:p>
            <a:pPr lvl="0"/>
            <a:r>
              <a:rPr kumimoji="1" lang="ja-JP" altLang="en-US" smtClean="0"/>
              <a:t>单击此处编辑母版文本样式</a:t>
            </a:r>
          </a:p>
          <a:p>
            <a:pPr lvl="1"/>
            <a:r>
              <a:rPr kumimoji="1" lang="ja-JP" altLang="en-US" smtClean="0"/>
              <a:t>二级</a:t>
            </a:r>
          </a:p>
          <a:p>
            <a:pPr lvl="2"/>
            <a:r>
              <a:rPr kumimoji="1" lang="ja-JP" altLang="en-US" smtClean="0"/>
              <a:t>三级</a:t>
            </a:r>
          </a:p>
          <a:p>
            <a:pPr lvl="3"/>
            <a:r>
              <a:rPr kumimoji="1" lang="ja-JP" altLang="en-US" smtClean="0"/>
              <a:t>四级</a:t>
            </a:r>
          </a:p>
          <a:p>
            <a:pPr lvl="4"/>
            <a:r>
              <a:rPr kumimoji="1" lang="ja-JP" altLang="en-US" smtClean="0"/>
              <a:t>五级</a:t>
            </a:r>
            <a:endParaRPr kumimoji="1" lang="zh-CN" altLang="en-US"/>
          </a:p>
        </p:txBody>
      </p:sp>
      <p:sp>
        <p:nvSpPr>
          <p:cNvPr id="5" name="日期占位符 4"/>
          <p:cNvSpPr>
            <a:spLocks noGrp="1"/>
          </p:cNvSpPr>
          <p:nvPr>
            <p:ph type="dt" sz="half" idx="10"/>
          </p:nvPr>
        </p:nvSpPr>
        <p:spPr/>
        <p:txBody>
          <a:bodyPr/>
          <a:lstStyle/>
          <a:p>
            <a:fld id="{0B710F46-BC24-784E-80C8-A6CFFD34AF82}" type="datetimeFigureOut">
              <a:rPr kumimoji="1" lang="zh-CN" altLang="en-US" smtClean="0"/>
              <a:t>2019/6/23</a:t>
            </a:fld>
            <a:endParaRPr kumimoji="1" lang="zh-CN" altLang="en-US"/>
          </a:p>
        </p:txBody>
      </p:sp>
      <p:sp>
        <p:nvSpPr>
          <p:cNvPr id="6" name="页脚占位符 5"/>
          <p:cNvSpPr>
            <a:spLocks noGrp="1"/>
          </p:cNvSpPr>
          <p:nvPr>
            <p:ph type="ftr" sz="quarter" idx="11"/>
          </p:nvPr>
        </p:nvSpPr>
        <p:spPr/>
        <p:txBody>
          <a:bodyPr/>
          <a:lstStyle/>
          <a:p>
            <a:endParaRPr kumimoji="1" lang="zh-CN" altLang="en-US"/>
          </a:p>
        </p:txBody>
      </p:sp>
      <p:sp>
        <p:nvSpPr>
          <p:cNvPr id="7" name="幻灯片编号占位符 6"/>
          <p:cNvSpPr>
            <a:spLocks noGrp="1"/>
          </p:cNvSpPr>
          <p:nvPr>
            <p:ph type="sldNum" sz="quarter" idx="12"/>
          </p:nvPr>
        </p:nvSpPr>
        <p:spPr/>
        <p:txBody>
          <a:bodyPr/>
          <a:lstStyle/>
          <a:p>
            <a:fld id="{C64D2EE3-4096-204F-A4F0-F2BBD87B4097}" type="slidenum">
              <a:rPr kumimoji="1" lang="zh-CN" altLang="en-US" smtClean="0"/>
              <a:t>‹#›</a:t>
            </a:fld>
            <a:endParaRPr kumimoji="1" lang="zh-CN" altLang="en-US"/>
          </a:p>
        </p:txBody>
      </p:sp>
    </p:spTree>
    <p:extLst>
      <p:ext uri="{BB962C8B-B14F-4D97-AF65-F5344CB8AC3E}">
        <p14:creationId xmlns:p14="http://schemas.microsoft.com/office/powerpoint/2010/main" val="67772023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839788" y="365125"/>
            <a:ext cx="10515600" cy="1325563"/>
          </a:xfrm>
        </p:spPr>
        <p:txBody>
          <a:bodyPr/>
          <a:lstStyle/>
          <a:p>
            <a:r>
              <a:rPr kumimoji="1" lang="ja-JP" altLang="en-US" smtClean="0"/>
              <a:t>单击此处编辑母版标题样式</a:t>
            </a:r>
            <a:endParaRPr kumimoji="1" lang="zh-CN" altLang="en-US"/>
          </a:p>
        </p:txBody>
      </p:sp>
      <p:sp>
        <p:nvSpPr>
          <p:cNvPr id="3" name="文本占位符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smtClean="0"/>
              <a:t>单击此处编辑母版文本样式</a:t>
            </a:r>
          </a:p>
        </p:txBody>
      </p:sp>
      <p:sp>
        <p:nvSpPr>
          <p:cNvPr id="4" name="内容占位符 3"/>
          <p:cNvSpPr>
            <a:spLocks noGrp="1"/>
          </p:cNvSpPr>
          <p:nvPr>
            <p:ph sz="half" idx="2"/>
          </p:nvPr>
        </p:nvSpPr>
        <p:spPr>
          <a:xfrm>
            <a:off x="839788" y="2505075"/>
            <a:ext cx="5157787" cy="3684588"/>
          </a:xfrm>
        </p:spPr>
        <p:txBody>
          <a:bodyPr/>
          <a:lstStyle/>
          <a:p>
            <a:pPr lvl="0"/>
            <a:r>
              <a:rPr kumimoji="1" lang="ja-JP" altLang="en-US" smtClean="0"/>
              <a:t>单击此处编辑母版文本样式</a:t>
            </a:r>
          </a:p>
          <a:p>
            <a:pPr lvl="1"/>
            <a:r>
              <a:rPr kumimoji="1" lang="ja-JP" altLang="en-US" smtClean="0"/>
              <a:t>二级</a:t>
            </a:r>
          </a:p>
          <a:p>
            <a:pPr lvl="2"/>
            <a:r>
              <a:rPr kumimoji="1" lang="ja-JP" altLang="en-US" smtClean="0"/>
              <a:t>三级</a:t>
            </a:r>
          </a:p>
          <a:p>
            <a:pPr lvl="3"/>
            <a:r>
              <a:rPr kumimoji="1" lang="ja-JP" altLang="en-US" smtClean="0"/>
              <a:t>四级</a:t>
            </a:r>
          </a:p>
          <a:p>
            <a:pPr lvl="4"/>
            <a:r>
              <a:rPr kumimoji="1" lang="ja-JP" altLang="en-US" smtClean="0"/>
              <a:t>五级</a:t>
            </a:r>
            <a:endParaRPr kumimoji="1" lang="zh-CN" altLang="en-US"/>
          </a:p>
        </p:txBody>
      </p:sp>
      <p:sp>
        <p:nvSpPr>
          <p:cNvPr id="5" name="文本占位符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smtClean="0"/>
              <a:t>单击此处编辑母版文本样式</a:t>
            </a:r>
          </a:p>
        </p:txBody>
      </p:sp>
      <p:sp>
        <p:nvSpPr>
          <p:cNvPr id="6" name="内容占位符 5"/>
          <p:cNvSpPr>
            <a:spLocks noGrp="1"/>
          </p:cNvSpPr>
          <p:nvPr>
            <p:ph sz="quarter" idx="4"/>
          </p:nvPr>
        </p:nvSpPr>
        <p:spPr>
          <a:xfrm>
            <a:off x="6172200" y="2505075"/>
            <a:ext cx="5183188" cy="3684588"/>
          </a:xfrm>
        </p:spPr>
        <p:txBody>
          <a:bodyPr/>
          <a:lstStyle/>
          <a:p>
            <a:pPr lvl="0"/>
            <a:r>
              <a:rPr kumimoji="1" lang="ja-JP" altLang="en-US" smtClean="0"/>
              <a:t>单击此处编辑母版文本样式</a:t>
            </a:r>
          </a:p>
          <a:p>
            <a:pPr lvl="1"/>
            <a:r>
              <a:rPr kumimoji="1" lang="ja-JP" altLang="en-US" smtClean="0"/>
              <a:t>二级</a:t>
            </a:r>
          </a:p>
          <a:p>
            <a:pPr lvl="2"/>
            <a:r>
              <a:rPr kumimoji="1" lang="ja-JP" altLang="en-US" smtClean="0"/>
              <a:t>三级</a:t>
            </a:r>
          </a:p>
          <a:p>
            <a:pPr lvl="3"/>
            <a:r>
              <a:rPr kumimoji="1" lang="ja-JP" altLang="en-US" smtClean="0"/>
              <a:t>四级</a:t>
            </a:r>
          </a:p>
          <a:p>
            <a:pPr lvl="4"/>
            <a:r>
              <a:rPr kumimoji="1" lang="ja-JP" altLang="en-US" smtClean="0"/>
              <a:t>五级</a:t>
            </a:r>
            <a:endParaRPr kumimoji="1" lang="zh-CN" altLang="en-US"/>
          </a:p>
        </p:txBody>
      </p:sp>
      <p:sp>
        <p:nvSpPr>
          <p:cNvPr id="7" name="日期占位符 6"/>
          <p:cNvSpPr>
            <a:spLocks noGrp="1"/>
          </p:cNvSpPr>
          <p:nvPr>
            <p:ph type="dt" sz="half" idx="10"/>
          </p:nvPr>
        </p:nvSpPr>
        <p:spPr/>
        <p:txBody>
          <a:bodyPr/>
          <a:lstStyle/>
          <a:p>
            <a:fld id="{0B710F46-BC24-784E-80C8-A6CFFD34AF82}" type="datetimeFigureOut">
              <a:rPr kumimoji="1" lang="zh-CN" altLang="en-US" smtClean="0"/>
              <a:t>2019/6/23</a:t>
            </a:fld>
            <a:endParaRPr kumimoji="1" lang="zh-CN" altLang="en-US"/>
          </a:p>
        </p:txBody>
      </p:sp>
      <p:sp>
        <p:nvSpPr>
          <p:cNvPr id="8" name="页脚占位符 7"/>
          <p:cNvSpPr>
            <a:spLocks noGrp="1"/>
          </p:cNvSpPr>
          <p:nvPr>
            <p:ph type="ftr" sz="quarter" idx="11"/>
          </p:nvPr>
        </p:nvSpPr>
        <p:spPr/>
        <p:txBody>
          <a:bodyPr/>
          <a:lstStyle/>
          <a:p>
            <a:endParaRPr kumimoji="1" lang="zh-CN" altLang="en-US"/>
          </a:p>
        </p:txBody>
      </p:sp>
      <p:sp>
        <p:nvSpPr>
          <p:cNvPr id="9" name="幻灯片编号占位符 8"/>
          <p:cNvSpPr>
            <a:spLocks noGrp="1"/>
          </p:cNvSpPr>
          <p:nvPr>
            <p:ph type="sldNum" sz="quarter" idx="12"/>
          </p:nvPr>
        </p:nvSpPr>
        <p:spPr/>
        <p:txBody>
          <a:bodyPr/>
          <a:lstStyle/>
          <a:p>
            <a:fld id="{C64D2EE3-4096-204F-A4F0-F2BBD87B4097}" type="slidenum">
              <a:rPr kumimoji="1" lang="zh-CN" altLang="en-US" smtClean="0"/>
              <a:t>‹#›</a:t>
            </a:fld>
            <a:endParaRPr kumimoji="1" lang="zh-CN" altLang="en-US"/>
          </a:p>
        </p:txBody>
      </p:sp>
    </p:spTree>
    <p:extLst>
      <p:ext uri="{BB962C8B-B14F-4D97-AF65-F5344CB8AC3E}">
        <p14:creationId xmlns:p14="http://schemas.microsoft.com/office/powerpoint/2010/main" val="19065872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kumimoji="1" lang="ja-JP" altLang="en-US" smtClean="0"/>
              <a:t>单击此处编辑母版标题样式</a:t>
            </a:r>
            <a:endParaRPr kumimoji="1" lang="zh-CN" altLang="en-US"/>
          </a:p>
        </p:txBody>
      </p:sp>
      <p:sp>
        <p:nvSpPr>
          <p:cNvPr id="3" name="日期占位符 2"/>
          <p:cNvSpPr>
            <a:spLocks noGrp="1"/>
          </p:cNvSpPr>
          <p:nvPr>
            <p:ph type="dt" sz="half" idx="10"/>
          </p:nvPr>
        </p:nvSpPr>
        <p:spPr/>
        <p:txBody>
          <a:bodyPr/>
          <a:lstStyle/>
          <a:p>
            <a:fld id="{0B710F46-BC24-784E-80C8-A6CFFD34AF82}" type="datetimeFigureOut">
              <a:rPr kumimoji="1" lang="zh-CN" altLang="en-US" smtClean="0"/>
              <a:t>2019/6/23</a:t>
            </a:fld>
            <a:endParaRPr kumimoji="1" lang="zh-CN" altLang="en-US"/>
          </a:p>
        </p:txBody>
      </p:sp>
      <p:sp>
        <p:nvSpPr>
          <p:cNvPr id="4" name="页脚占位符 3"/>
          <p:cNvSpPr>
            <a:spLocks noGrp="1"/>
          </p:cNvSpPr>
          <p:nvPr>
            <p:ph type="ftr" sz="quarter" idx="11"/>
          </p:nvPr>
        </p:nvSpPr>
        <p:spPr/>
        <p:txBody>
          <a:bodyPr/>
          <a:lstStyle/>
          <a:p>
            <a:endParaRPr kumimoji="1" lang="zh-CN" altLang="en-US"/>
          </a:p>
        </p:txBody>
      </p:sp>
      <p:sp>
        <p:nvSpPr>
          <p:cNvPr id="5" name="幻灯片编号占位符 4"/>
          <p:cNvSpPr>
            <a:spLocks noGrp="1"/>
          </p:cNvSpPr>
          <p:nvPr>
            <p:ph type="sldNum" sz="quarter" idx="12"/>
          </p:nvPr>
        </p:nvSpPr>
        <p:spPr/>
        <p:txBody>
          <a:bodyPr/>
          <a:lstStyle/>
          <a:p>
            <a:fld id="{C64D2EE3-4096-204F-A4F0-F2BBD87B4097}" type="slidenum">
              <a:rPr kumimoji="1" lang="zh-CN" altLang="en-US" smtClean="0"/>
              <a:t>‹#›</a:t>
            </a:fld>
            <a:endParaRPr kumimoji="1" lang="zh-CN" altLang="en-US"/>
          </a:p>
        </p:txBody>
      </p:sp>
    </p:spTree>
    <p:extLst>
      <p:ext uri="{BB962C8B-B14F-4D97-AF65-F5344CB8AC3E}">
        <p14:creationId xmlns:p14="http://schemas.microsoft.com/office/powerpoint/2010/main" val="35565697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p:txBody>
          <a:bodyPr/>
          <a:lstStyle/>
          <a:p>
            <a:fld id="{0B710F46-BC24-784E-80C8-A6CFFD34AF82}" type="datetimeFigureOut">
              <a:rPr kumimoji="1" lang="zh-CN" altLang="en-US" smtClean="0"/>
              <a:t>2019/6/23</a:t>
            </a:fld>
            <a:endParaRPr kumimoji="1" lang="zh-CN" altLang="en-US"/>
          </a:p>
        </p:txBody>
      </p:sp>
      <p:sp>
        <p:nvSpPr>
          <p:cNvPr id="3" name="页脚占位符 2"/>
          <p:cNvSpPr>
            <a:spLocks noGrp="1"/>
          </p:cNvSpPr>
          <p:nvPr>
            <p:ph type="ftr" sz="quarter" idx="11"/>
          </p:nvPr>
        </p:nvSpPr>
        <p:spPr/>
        <p:txBody>
          <a:bodyPr/>
          <a:lstStyle/>
          <a:p>
            <a:endParaRPr kumimoji="1" lang="zh-CN" altLang="en-US"/>
          </a:p>
        </p:txBody>
      </p:sp>
      <p:sp>
        <p:nvSpPr>
          <p:cNvPr id="4" name="幻灯片编号占位符 3"/>
          <p:cNvSpPr>
            <a:spLocks noGrp="1"/>
          </p:cNvSpPr>
          <p:nvPr>
            <p:ph type="sldNum" sz="quarter" idx="12"/>
          </p:nvPr>
        </p:nvSpPr>
        <p:spPr/>
        <p:txBody>
          <a:bodyPr/>
          <a:lstStyle/>
          <a:p>
            <a:fld id="{C64D2EE3-4096-204F-A4F0-F2BBD87B4097}" type="slidenum">
              <a:rPr kumimoji="1" lang="zh-CN" altLang="en-US" smtClean="0"/>
              <a:t>‹#›</a:t>
            </a:fld>
            <a:endParaRPr kumimoji="1" lang="zh-CN" altLang="en-US"/>
          </a:p>
        </p:txBody>
      </p:sp>
    </p:spTree>
    <p:extLst>
      <p:ext uri="{BB962C8B-B14F-4D97-AF65-F5344CB8AC3E}">
        <p14:creationId xmlns:p14="http://schemas.microsoft.com/office/powerpoint/2010/main" val="107985645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839788" y="457200"/>
            <a:ext cx="3932237" cy="1600200"/>
          </a:xfrm>
        </p:spPr>
        <p:txBody>
          <a:bodyPr anchor="b"/>
          <a:lstStyle>
            <a:lvl1pPr>
              <a:defRPr sz="3200"/>
            </a:lvl1pPr>
          </a:lstStyle>
          <a:p>
            <a:r>
              <a:rPr kumimoji="1" lang="ja-JP" altLang="en-US" smtClean="0"/>
              <a:t>单击此处编辑母版标题样式</a:t>
            </a:r>
            <a:endParaRPr kumimoji="1" lang="zh-CN" altLang="en-US"/>
          </a:p>
        </p:txBody>
      </p:sp>
      <p:sp>
        <p:nvSpPr>
          <p:cNvPr id="3" name="内容占位符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smtClean="0"/>
              <a:t>单击此处编辑母版文本样式</a:t>
            </a:r>
          </a:p>
          <a:p>
            <a:pPr lvl="1"/>
            <a:r>
              <a:rPr kumimoji="1" lang="ja-JP" altLang="en-US" smtClean="0"/>
              <a:t>二级</a:t>
            </a:r>
          </a:p>
          <a:p>
            <a:pPr lvl="2"/>
            <a:r>
              <a:rPr kumimoji="1" lang="ja-JP" altLang="en-US" smtClean="0"/>
              <a:t>三级</a:t>
            </a:r>
          </a:p>
          <a:p>
            <a:pPr lvl="3"/>
            <a:r>
              <a:rPr kumimoji="1" lang="ja-JP" altLang="en-US" smtClean="0"/>
              <a:t>四级</a:t>
            </a:r>
          </a:p>
          <a:p>
            <a:pPr lvl="4"/>
            <a:r>
              <a:rPr kumimoji="1" lang="ja-JP" altLang="en-US" smtClean="0"/>
              <a:t>五级</a:t>
            </a:r>
            <a:endParaRPr kumimoji="1" lang="zh-CN" altLang="en-US"/>
          </a:p>
        </p:txBody>
      </p:sp>
      <p:sp>
        <p:nvSpPr>
          <p:cNvPr id="4" name="文本占位符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smtClean="0"/>
              <a:t>单击此处编辑母版文本样式</a:t>
            </a:r>
          </a:p>
        </p:txBody>
      </p:sp>
      <p:sp>
        <p:nvSpPr>
          <p:cNvPr id="5" name="日期占位符 4"/>
          <p:cNvSpPr>
            <a:spLocks noGrp="1"/>
          </p:cNvSpPr>
          <p:nvPr>
            <p:ph type="dt" sz="half" idx="10"/>
          </p:nvPr>
        </p:nvSpPr>
        <p:spPr/>
        <p:txBody>
          <a:bodyPr/>
          <a:lstStyle/>
          <a:p>
            <a:fld id="{0B710F46-BC24-784E-80C8-A6CFFD34AF82}" type="datetimeFigureOut">
              <a:rPr kumimoji="1" lang="zh-CN" altLang="en-US" smtClean="0"/>
              <a:t>2019/6/23</a:t>
            </a:fld>
            <a:endParaRPr kumimoji="1" lang="zh-CN" altLang="en-US"/>
          </a:p>
        </p:txBody>
      </p:sp>
      <p:sp>
        <p:nvSpPr>
          <p:cNvPr id="6" name="页脚占位符 5"/>
          <p:cNvSpPr>
            <a:spLocks noGrp="1"/>
          </p:cNvSpPr>
          <p:nvPr>
            <p:ph type="ftr" sz="quarter" idx="11"/>
          </p:nvPr>
        </p:nvSpPr>
        <p:spPr/>
        <p:txBody>
          <a:bodyPr/>
          <a:lstStyle/>
          <a:p>
            <a:endParaRPr kumimoji="1" lang="zh-CN" altLang="en-US"/>
          </a:p>
        </p:txBody>
      </p:sp>
      <p:sp>
        <p:nvSpPr>
          <p:cNvPr id="7" name="幻灯片编号占位符 6"/>
          <p:cNvSpPr>
            <a:spLocks noGrp="1"/>
          </p:cNvSpPr>
          <p:nvPr>
            <p:ph type="sldNum" sz="quarter" idx="12"/>
          </p:nvPr>
        </p:nvSpPr>
        <p:spPr/>
        <p:txBody>
          <a:bodyPr/>
          <a:lstStyle/>
          <a:p>
            <a:fld id="{C64D2EE3-4096-204F-A4F0-F2BBD87B4097}" type="slidenum">
              <a:rPr kumimoji="1" lang="zh-CN" altLang="en-US" smtClean="0"/>
              <a:t>‹#›</a:t>
            </a:fld>
            <a:endParaRPr kumimoji="1" lang="zh-CN" altLang="en-US"/>
          </a:p>
        </p:txBody>
      </p:sp>
    </p:spTree>
    <p:extLst>
      <p:ext uri="{BB962C8B-B14F-4D97-AF65-F5344CB8AC3E}">
        <p14:creationId xmlns:p14="http://schemas.microsoft.com/office/powerpoint/2010/main" val="76308796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839788" y="457200"/>
            <a:ext cx="3932237" cy="1600200"/>
          </a:xfrm>
        </p:spPr>
        <p:txBody>
          <a:bodyPr anchor="b"/>
          <a:lstStyle>
            <a:lvl1pPr>
              <a:defRPr sz="3200"/>
            </a:lvl1pPr>
          </a:lstStyle>
          <a:p>
            <a:r>
              <a:rPr kumimoji="1" lang="ja-JP" altLang="en-US" smtClean="0"/>
              <a:t>单击此处编辑母版标题样式</a:t>
            </a:r>
            <a:endParaRPr kumimoji="1" lang="zh-CN" altLang="en-US"/>
          </a:p>
        </p:txBody>
      </p:sp>
      <p:sp>
        <p:nvSpPr>
          <p:cNvPr id="3" name="图片占位符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zh-CN" altLang="en-US"/>
          </a:p>
        </p:txBody>
      </p:sp>
      <p:sp>
        <p:nvSpPr>
          <p:cNvPr id="4" name="文本占位符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smtClean="0"/>
              <a:t>单击此处编辑母版文本样式</a:t>
            </a:r>
          </a:p>
        </p:txBody>
      </p:sp>
      <p:sp>
        <p:nvSpPr>
          <p:cNvPr id="5" name="日期占位符 4"/>
          <p:cNvSpPr>
            <a:spLocks noGrp="1"/>
          </p:cNvSpPr>
          <p:nvPr>
            <p:ph type="dt" sz="half" idx="10"/>
          </p:nvPr>
        </p:nvSpPr>
        <p:spPr/>
        <p:txBody>
          <a:bodyPr/>
          <a:lstStyle/>
          <a:p>
            <a:fld id="{0B710F46-BC24-784E-80C8-A6CFFD34AF82}" type="datetimeFigureOut">
              <a:rPr kumimoji="1" lang="zh-CN" altLang="en-US" smtClean="0"/>
              <a:t>2019/6/23</a:t>
            </a:fld>
            <a:endParaRPr kumimoji="1" lang="zh-CN" altLang="en-US"/>
          </a:p>
        </p:txBody>
      </p:sp>
      <p:sp>
        <p:nvSpPr>
          <p:cNvPr id="6" name="页脚占位符 5"/>
          <p:cNvSpPr>
            <a:spLocks noGrp="1"/>
          </p:cNvSpPr>
          <p:nvPr>
            <p:ph type="ftr" sz="quarter" idx="11"/>
          </p:nvPr>
        </p:nvSpPr>
        <p:spPr/>
        <p:txBody>
          <a:bodyPr/>
          <a:lstStyle/>
          <a:p>
            <a:endParaRPr kumimoji="1" lang="zh-CN" altLang="en-US"/>
          </a:p>
        </p:txBody>
      </p:sp>
      <p:sp>
        <p:nvSpPr>
          <p:cNvPr id="7" name="幻灯片编号占位符 6"/>
          <p:cNvSpPr>
            <a:spLocks noGrp="1"/>
          </p:cNvSpPr>
          <p:nvPr>
            <p:ph type="sldNum" sz="quarter" idx="12"/>
          </p:nvPr>
        </p:nvSpPr>
        <p:spPr/>
        <p:txBody>
          <a:bodyPr/>
          <a:lstStyle/>
          <a:p>
            <a:fld id="{C64D2EE3-4096-204F-A4F0-F2BBD87B4097}" type="slidenum">
              <a:rPr kumimoji="1" lang="zh-CN" altLang="en-US" smtClean="0"/>
              <a:t>‹#›</a:t>
            </a:fld>
            <a:endParaRPr kumimoji="1" lang="zh-CN" altLang="en-US"/>
          </a:p>
        </p:txBody>
      </p:sp>
    </p:spTree>
    <p:extLst>
      <p:ext uri="{BB962C8B-B14F-4D97-AF65-F5344CB8AC3E}">
        <p14:creationId xmlns:p14="http://schemas.microsoft.com/office/powerpoint/2010/main" val="44712148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本">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kumimoji="1" lang="ja-JP" altLang="en-US" smtClean="0"/>
              <a:t>单击此处编辑母版标题样式</a:t>
            </a:r>
            <a:endParaRPr kumimoji="1" lang="zh-CN" altLang="en-US"/>
          </a:p>
        </p:txBody>
      </p:sp>
      <p:sp>
        <p:nvSpPr>
          <p:cNvPr id="3" name="竖排文本占位符 2"/>
          <p:cNvSpPr>
            <a:spLocks noGrp="1"/>
          </p:cNvSpPr>
          <p:nvPr>
            <p:ph type="body" orient="vert" idx="1"/>
          </p:nvPr>
        </p:nvSpPr>
        <p:spPr/>
        <p:txBody>
          <a:bodyPr vert="eaVert"/>
          <a:lstStyle/>
          <a:p>
            <a:pPr lvl="0"/>
            <a:r>
              <a:rPr kumimoji="1" lang="ja-JP" altLang="en-US" smtClean="0"/>
              <a:t>单击此处编辑母版文本样式</a:t>
            </a:r>
          </a:p>
          <a:p>
            <a:pPr lvl="1"/>
            <a:r>
              <a:rPr kumimoji="1" lang="ja-JP" altLang="en-US" smtClean="0"/>
              <a:t>二级</a:t>
            </a:r>
          </a:p>
          <a:p>
            <a:pPr lvl="2"/>
            <a:r>
              <a:rPr kumimoji="1" lang="ja-JP" altLang="en-US" smtClean="0"/>
              <a:t>三级</a:t>
            </a:r>
          </a:p>
          <a:p>
            <a:pPr lvl="3"/>
            <a:r>
              <a:rPr kumimoji="1" lang="ja-JP" altLang="en-US" smtClean="0"/>
              <a:t>四级</a:t>
            </a:r>
          </a:p>
          <a:p>
            <a:pPr lvl="4"/>
            <a:r>
              <a:rPr kumimoji="1" lang="ja-JP" altLang="en-US" smtClean="0"/>
              <a:t>五级</a:t>
            </a:r>
            <a:endParaRPr kumimoji="1" lang="zh-CN" altLang="en-US"/>
          </a:p>
        </p:txBody>
      </p:sp>
      <p:sp>
        <p:nvSpPr>
          <p:cNvPr id="4" name="日期占位符 3"/>
          <p:cNvSpPr>
            <a:spLocks noGrp="1"/>
          </p:cNvSpPr>
          <p:nvPr>
            <p:ph type="dt" sz="half" idx="10"/>
          </p:nvPr>
        </p:nvSpPr>
        <p:spPr/>
        <p:txBody>
          <a:bodyPr/>
          <a:lstStyle/>
          <a:p>
            <a:fld id="{0B710F46-BC24-784E-80C8-A6CFFD34AF82}" type="datetimeFigureOut">
              <a:rPr kumimoji="1" lang="zh-CN" altLang="en-US" smtClean="0"/>
              <a:t>2019/6/23</a:t>
            </a:fld>
            <a:endParaRPr kumimoji="1" lang="zh-CN" altLang="en-US"/>
          </a:p>
        </p:txBody>
      </p:sp>
      <p:sp>
        <p:nvSpPr>
          <p:cNvPr id="5" name="页脚占位符 4"/>
          <p:cNvSpPr>
            <a:spLocks noGrp="1"/>
          </p:cNvSpPr>
          <p:nvPr>
            <p:ph type="ftr" sz="quarter" idx="11"/>
          </p:nvPr>
        </p:nvSpPr>
        <p:spPr/>
        <p:txBody>
          <a:bodyPr/>
          <a:lstStyle/>
          <a:p>
            <a:endParaRPr kumimoji="1" lang="zh-CN" altLang="en-US"/>
          </a:p>
        </p:txBody>
      </p:sp>
      <p:sp>
        <p:nvSpPr>
          <p:cNvPr id="6" name="幻灯片编号占位符 5"/>
          <p:cNvSpPr>
            <a:spLocks noGrp="1"/>
          </p:cNvSpPr>
          <p:nvPr>
            <p:ph type="sldNum" sz="quarter" idx="12"/>
          </p:nvPr>
        </p:nvSpPr>
        <p:spPr/>
        <p:txBody>
          <a:bodyPr/>
          <a:lstStyle/>
          <a:p>
            <a:fld id="{C64D2EE3-4096-204F-A4F0-F2BBD87B4097}" type="slidenum">
              <a:rPr kumimoji="1" lang="zh-CN" altLang="en-US" smtClean="0"/>
              <a:t>‹#›</a:t>
            </a:fld>
            <a:endParaRPr kumimoji="1" lang="zh-CN" altLang="en-US"/>
          </a:p>
        </p:txBody>
      </p:sp>
    </p:spTree>
    <p:extLst>
      <p:ext uri="{BB962C8B-B14F-4D97-AF65-F5344CB8AC3E}">
        <p14:creationId xmlns:p14="http://schemas.microsoft.com/office/powerpoint/2010/main" val="72551754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竖排标题和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8724900" y="365125"/>
            <a:ext cx="2628900" cy="5811838"/>
          </a:xfrm>
        </p:spPr>
        <p:txBody>
          <a:bodyPr vert="eaVert"/>
          <a:lstStyle/>
          <a:p>
            <a:r>
              <a:rPr kumimoji="1" lang="ja-JP" altLang="en-US" smtClean="0"/>
              <a:t>单击此处编辑母版标题样式</a:t>
            </a:r>
            <a:endParaRPr kumimoji="1" lang="zh-CN" altLang="en-US"/>
          </a:p>
        </p:txBody>
      </p:sp>
      <p:sp>
        <p:nvSpPr>
          <p:cNvPr id="3" name="竖排文本占位符 2"/>
          <p:cNvSpPr>
            <a:spLocks noGrp="1"/>
          </p:cNvSpPr>
          <p:nvPr>
            <p:ph type="body" orient="vert" idx="1"/>
          </p:nvPr>
        </p:nvSpPr>
        <p:spPr>
          <a:xfrm>
            <a:off x="838200" y="365125"/>
            <a:ext cx="7734300" cy="5811838"/>
          </a:xfrm>
        </p:spPr>
        <p:txBody>
          <a:bodyPr vert="eaVert"/>
          <a:lstStyle/>
          <a:p>
            <a:pPr lvl="0"/>
            <a:r>
              <a:rPr kumimoji="1" lang="ja-JP" altLang="en-US" smtClean="0"/>
              <a:t>单击此处编辑母版文本样式</a:t>
            </a:r>
          </a:p>
          <a:p>
            <a:pPr lvl="1"/>
            <a:r>
              <a:rPr kumimoji="1" lang="ja-JP" altLang="en-US" smtClean="0"/>
              <a:t>二级</a:t>
            </a:r>
          </a:p>
          <a:p>
            <a:pPr lvl="2"/>
            <a:r>
              <a:rPr kumimoji="1" lang="ja-JP" altLang="en-US" smtClean="0"/>
              <a:t>三级</a:t>
            </a:r>
          </a:p>
          <a:p>
            <a:pPr lvl="3"/>
            <a:r>
              <a:rPr kumimoji="1" lang="ja-JP" altLang="en-US" smtClean="0"/>
              <a:t>四级</a:t>
            </a:r>
          </a:p>
          <a:p>
            <a:pPr lvl="4"/>
            <a:r>
              <a:rPr kumimoji="1" lang="ja-JP" altLang="en-US" smtClean="0"/>
              <a:t>五级</a:t>
            </a:r>
            <a:endParaRPr kumimoji="1" lang="zh-CN" altLang="en-US"/>
          </a:p>
        </p:txBody>
      </p:sp>
      <p:sp>
        <p:nvSpPr>
          <p:cNvPr id="4" name="日期占位符 3"/>
          <p:cNvSpPr>
            <a:spLocks noGrp="1"/>
          </p:cNvSpPr>
          <p:nvPr>
            <p:ph type="dt" sz="half" idx="10"/>
          </p:nvPr>
        </p:nvSpPr>
        <p:spPr/>
        <p:txBody>
          <a:bodyPr/>
          <a:lstStyle/>
          <a:p>
            <a:fld id="{0B710F46-BC24-784E-80C8-A6CFFD34AF82}" type="datetimeFigureOut">
              <a:rPr kumimoji="1" lang="zh-CN" altLang="en-US" smtClean="0"/>
              <a:t>2019/6/23</a:t>
            </a:fld>
            <a:endParaRPr kumimoji="1" lang="zh-CN" altLang="en-US"/>
          </a:p>
        </p:txBody>
      </p:sp>
      <p:sp>
        <p:nvSpPr>
          <p:cNvPr id="5" name="页脚占位符 4"/>
          <p:cNvSpPr>
            <a:spLocks noGrp="1"/>
          </p:cNvSpPr>
          <p:nvPr>
            <p:ph type="ftr" sz="quarter" idx="11"/>
          </p:nvPr>
        </p:nvSpPr>
        <p:spPr/>
        <p:txBody>
          <a:bodyPr/>
          <a:lstStyle/>
          <a:p>
            <a:endParaRPr kumimoji="1" lang="zh-CN" altLang="en-US"/>
          </a:p>
        </p:txBody>
      </p:sp>
      <p:sp>
        <p:nvSpPr>
          <p:cNvPr id="6" name="幻灯片编号占位符 5"/>
          <p:cNvSpPr>
            <a:spLocks noGrp="1"/>
          </p:cNvSpPr>
          <p:nvPr>
            <p:ph type="sldNum" sz="quarter" idx="12"/>
          </p:nvPr>
        </p:nvSpPr>
        <p:spPr/>
        <p:txBody>
          <a:bodyPr/>
          <a:lstStyle/>
          <a:p>
            <a:fld id="{C64D2EE3-4096-204F-A4F0-F2BBD87B4097}" type="slidenum">
              <a:rPr kumimoji="1" lang="zh-CN" altLang="en-US" smtClean="0"/>
              <a:t>‹#›</a:t>
            </a:fld>
            <a:endParaRPr kumimoji="1" lang="zh-CN" altLang="en-US"/>
          </a:p>
        </p:txBody>
      </p:sp>
    </p:spTree>
    <p:extLst>
      <p:ext uri="{BB962C8B-B14F-4D97-AF65-F5344CB8AC3E}">
        <p14:creationId xmlns:p14="http://schemas.microsoft.com/office/powerpoint/2010/main" val="361180728"/>
      </p:ext>
    </p:extLst>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1.xml"/><Relationship Id="rId12" Type="http://schemas.openxmlformats.org/officeDocument/2006/relationships/theme" Target="../theme/theme1.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zh-CN" altLang="en-US" smtClean="0"/>
              <a:t>单击此处编辑母版标题样式</a:t>
            </a:r>
            <a:endParaRPr kumimoji="1" lang="zh-CN" altLang="en-US"/>
          </a:p>
        </p:txBody>
      </p:sp>
      <p:sp>
        <p:nvSpPr>
          <p:cNvPr id="3" name="文本占位符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zh-CN" altLang="en-US" smtClean="0"/>
              <a:t>单击此处编辑母版文本样式</a:t>
            </a:r>
          </a:p>
          <a:p>
            <a:pPr lvl="1"/>
            <a:r>
              <a:rPr kumimoji="1" lang="zh-CN" altLang="en-US" smtClean="0"/>
              <a:t>二级</a:t>
            </a:r>
          </a:p>
          <a:p>
            <a:pPr lvl="2"/>
            <a:r>
              <a:rPr kumimoji="1" lang="zh-CN" altLang="en-US" smtClean="0"/>
              <a:t>三级</a:t>
            </a:r>
          </a:p>
          <a:p>
            <a:pPr lvl="3"/>
            <a:r>
              <a:rPr kumimoji="1" lang="zh-CN" altLang="en-US" smtClean="0"/>
              <a:t>四级</a:t>
            </a:r>
          </a:p>
          <a:p>
            <a:pPr lvl="4"/>
            <a:r>
              <a:rPr kumimoji="1" lang="zh-CN" altLang="en-US" smtClean="0"/>
              <a:t>五级</a:t>
            </a:r>
            <a:endParaRPr kumimoji="1" lang="zh-CN" altLang="en-US"/>
          </a:p>
        </p:txBody>
      </p:sp>
      <p:sp>
        <p:nvSpPr>
          <p:cNvPr id="4" name="日期占位符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0B710F46-BC24-784E-80C8-A6CFFD34AF82}" type="datetimeFigureOut">
              <a:rPr kumimoji="1" lang="zh-CN" altLang="en-US" smtClean="0"/>
              <a:t>2019/6/23</a:t>
            </a:fld>
            <a:endParaRPr kumimoji="1" lang="zh-CN" altLang="en-US"/>
          </a:p>
        </p:txBody>
      </p:sp>
      <p:sp>
        <p:nvSpPr>
          <p:cNvPr id="5" name="页脚占位符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kumimoji="1" lang="zh-CN" altLang="en-US"/>
          </a:p>
        </p:txBody>
      </p:sp>
      <p:sp>
        <p:nvSpPr>
          <p:cNvPr id="6" name="幻灯片编号占位符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64D2EE3-4096-204F-A4F0-F2BBD87B4097}" type="slidenum">
              <a:rPr kumimoji="1" lang="zh-CN" altLang="en-US" smtClean="0"/>
              <a:t>‹#›</a:t>
            </a:fld>
            <a:endParaRPr kumimoji="1" lang="zh-CN" altLang="en-US"/>
          </a:p>
        </p:txBody>
      </p:sp>
    </p:spTree>
    <p:extLst>
      <p:ext uri="{BB962C8B-B14F-4D97-AF65-F5344CB8AC3E}">
        <p14:creationId xmlns:p14="http://schemas.microsoft.com/office/powerpoint/2010/main" val="139585951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chart" Target="../charts/char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normAutofit/>
          </a:bodyPr>
          <a:lstStyle/>
          <a:p>
            <a:r>
              <a:rPr kumimoji="1" lang="ja-JP" altLang="en-US" sz="2800" dirty="0" smtClean="0"/>
              <a:t>１関連技術紹介</a:t>
            </a:r>
            <a:endParaRPr kumimoji="1" lang="zh-CN" altLang="en-US" sz="2800" dirty="0"/>
          </a:p>
        </p:txBody>
      </p:sp>
      <p:sp>
        <p:nvSpPr>
          <p:cNvPr id="3" name="内容占位符 2"/>
          <p:cNvSpPr>
            <a:spLocks noGrp="1"/>
          </p:cNvSpPr>
          <p:nvPr>
            <p:ph idx="1"/>
          </p:nvPr>
        </p:nvSpPr>
        <p:spPr/>
        <p:txBody>
          <a:bodyPr>
            <a:normAutofit/>
          </a:bodyPr>
          <a:lstStyle/>
          <a:p>
            <a:pPr marL="0" indent="0">
              <a:buNone/>
            </a:pPr>
            <a:endParaRPr kumimoji="1" lang="ja-JP" altLang="en-US" sz="1400" dirty="0" smtClean="0"/>
          </a:p>
          <a:p>
            <a:pPr marL="0" indent="0">
              <a:buNone/>
            </a:pPr>
            <a:endParaRPr kumimoji="1" lang="ja-JP" altLang="en-US" sz="1400" dirty="0" smtClean="0"/>
          </a:p>
          <a:p>
            <a:endParaRPr kumimoji="1" lang="ja-JP" altLang="en-US" sz="1400" dirty="0"/>
          </a:p>
          <a:p>
            <a:endParaRPr kumimoji="1" lang="ja-JP" altLang="en-US" sz="1400" dirty="0" smtClean="0"/>
          </a:p>
          <a:p>
            <a:endParaRPr kumimoji="1" lang="zh-CN" altLang="en-US" sz="1400" dirty="0"/>
          </a:p>
        </p:txBody>
      </p:sp>
      <p:sp>
        <p:nvSpPr>
          <p:cNvPr id="4" name="文本框 3"/>
          <p:cNvSpPr txBox="1"/>
          <p:nvPr/>
        </p:nvSpPr>
        <p:spPr>
          <a:xfrm>
            <a:off x="1035424" y="1586753"/>
            <a:ext cx="4961964" cy="369332"/>
          </a:xfrm>
          <a:prstGeom prst="rect">
            <a:avLst/>
          </a:prstGeom>
          <a:noFill/>
        </p:spPr>
        <p:txBody>
          <a:bodyPr wrap="square" rtlCol="0">
            <a:spAutoFit/>
          </a:bodyPr>
          <a:lstStyle/>
          <a:p>
            <a:r>
              <a:rPr kumimoji="1" lang="en-US" altLang="zh-CN" dirty="0" smtClean="0"/>
              <a:t>.</a:t>
            </a:r>
            <a:r>
              <a:rPr kumimoji="1" lang="en-US" altLang="zh-CN" dirty="0" err="1" smtClean="0"/>
              <a:t>Rmd</a:t>
            </a:r>
            <a:r>
              <a:rPr kumimoji="1" lang="ja-JP" altLang="en-US" dirty="0" smtClean="0"/>
              <a:t>ファイル</a:t>
            </a:r>
            <a:endParaRPr kumimoji="1" lang="zh-CN" altLang="en-US" dirty="0"/>
          </a:p>
        </p:txBody>
      </p:sp>
      <p:sp>
        <p:nvSpPr>
          <p:cNvPr id="7" name="文本框 6"/>
          <p:cNvSpPr txBox="1"/>
          <p:nvPr/>
        </p:nvSpPr>
        <p:spPr>
          <a:xfrm>
            <a:off x="6194612" y="1542770"/>
            <a:ext cx="4961964" cy="369332"/>
          </a:xfrm>
          <a:prstGeom prst="rect">
            <a:avLst/>
          </a:prstGeom>
          <a:noFill/>
        </p:spPr>
        <p:txBody>
          <a:bodyPr wrap="square" rtlCol="0">
            <a:spAutoFit/>
          </a:bodyPr>
          <a:lstStyle/>
          <a:p>
            <a:r>
              <a:rPr kumimoji="1" lang="ja-JP" altLang="en-US" dirty="0" smtClean="0"/>
              <a:t>レポート（</a:t>
            </a:r>
            <a:r>
              <a:rPr kumimoji="1" lang="en-US" altLang="ja-JP" dirty="0" smtClean="0"/>
              <a:t>HTML</a:t>
            </a:r>
            <a:r>
              <a:rPr kumimoji="1" lang="ja-JP" altLang="en-US" dirty="0" smtClean="0"/>
              <a:t>）</a:t>
            </a:r>
            <a:endParaRPr kumimoji="1" lang="zh-CN" altLang="en-US" dirty="0"/>
          </a:p>
        </p:txBody>
      </p:sp>
    </p:spTree>
    <p:extLst>
      <p:ext uri="{BB962C8B-B14F-4D97-AF65-F5344CB8AC3E}">
        <p14:creationId xmlns:p14="http://schemas.microsoft.com/office/powerpoint/2010/main" val="44276044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normAutofit/>
          </a:bodyPr>
          <a:lstStyle/>
          <a:p>
            <a:r>
              <a:rPr kumimoji="1" lang="ja-JP" altLang="en-US" sz="2800" dirty="0" smtClean="0"/>
              <a:t>２集計結果</a:t>
            </a:r>
            <a:endParaRPr kumimoji="1" lang="zh-CN" altLang="en-US" sz="2800" dirty="0"/>
          </a:p>
        </p:txBody>
      </p:sp>
      <p:sp>
        <p:nvSpPr>
          <p:cNvPr id="3" name="内容占位符 2"/>
          <p:cNvSpPr>
            <a:spLocks noGrp="1"/>
          </p:cNvSpPr>
          <p:nvPr>
            <p:ph idx="1"/>
          </p:nvPr>
        </p:nvSpPr>
        <p:spPr/>
        <p:txBody>
          <a:bodyPr>
            <a:normAutofit/>
          </a:bodyPr>
          <a:lstStyle/>
          <a:p>
            <a:pPr marL="0" indent="0">
              <a:buNone/>
            </a:pPr>
            <a:r>
              <a:rPr kumimoji="1" lang="ja-JP" altLang="en-US" sz="1400" dirty="0" smtClean="0"/>
              <a:t>集計期間：２０１９−０１−０１</a:t>
            </a:r>
            <a:r>
              <a:rPr kumimoji="1" lang="en-US" altLang="ja-JP" sz="1400" dirty="0" smtClean="0"/>
              <a:t>〜</a:t>
            </a:r>
            <a:r>
              <a:rPr kumimoji="1" lang="ja-JP" altLang="en-US" sz="1400" dirty="0" smtClean="0"/>
              <a:t>２０１９−０４−１７</a:t>
            </a:r>
          </a:p>
          <a:p>
            <a:pPr marL="0" indent="0">
              <a:buNone/>
            </a:pPr>
            <a:r>
              <a:rPr kumimoji="1" lang="ja-JP" altLang="en-US" sz="1400" dirty="0" smtClean="0"/>
              <a:t>集計内容：</a:t>
            </a:r>
          </a:p>
          <a:p>
            <a:pPr marL="0" indent="0">
              <a:buNone/>
            </a:pPr>
            <a:r>
              <a:rPr kumimoji="1" lang="ja-JP" altLang="en-US" sz="1400" dirty="0" smtClean="0"/>
              <a:t>１ファイルアップロード。。。。</a:t>
            </a:r>
          </a:p>
          <a:p>
            <a:pPr marL="0" indent="0">
              <a:buNone/>
            </a:pPr>
            <a:r>
              <a:rPr kumimoji="1" lang="ja-JP" altLang="en-US" sz="1400" dirty="0" smtClean="0"/>
              <a:t>１。２利用方式</a:t>
            </a:r>
          </a:p>
          <a:p>
            <a:pPr marL="0" indent="0">
              <a:buNone/>
            </a:pPr>
            <a:r>
              <a:rPr kumimoji="1" lang="ja-JP" altLang="en-US" sz="1400" dirty="0" smtClean="0"/>
              <a:t>１。３お客様のタイプ</a:t>
            </a:r>
          </a:p>
          <a:p>
            <a:pPr marL="0" indent="0">
              <a:buNone/>
            </a:pPr>
            <a:r>
              <a:rPr kumimoji="1" lang="ja-JP" altLang="en-US" sz="1400" dirty="0" smtClean="0"/>
              <a:t>１。４ファイルタイプ</a:t>
            </a:r>
          </a:p>
          <a:p>
            <a:pPr marL="0" indent="0">
              <a:buNone/>
            </a:pPr>
            <a:endParaRPr kumimoji="1" lang="ja-JP" altLang="en-US" sz="1400" dirty="0"/>
          </a:p>
          <a:p>
            <a:pPr marL="0" indent="0">
              <a:buNone/>
            </a:pPr>
            <a:r>
              <a:rPr kumimoji="1" lang="ja-JP" altLang="en-US" sz="1400" dirty="0" smtClean="0"/>
              <a:t>２。・・・アップロードとダウンロードが集中する時間帯</a:t>
            </a:r>
          </a:p>
          <a:p>
            <a:pPr marL="0" indent="0">
              <a:buNone/>
            </a:pPr>
            <a:r>
              <a:rPr kumimoji="1" lang="ja-JP" altLang="en-US" sz="1400" dirty="0" smtClean="0"/>
              <a:t>時間帯別のダウンロード？？？状況</a:t>
            </a:r>
          </a:p>
          <a:p>
            <a:pPr marL="0" indent="0">
              <a:buNone/>
            </a:pPr>
            <a:endParaRPr kumimoji="1" lang="ja-JP" altLang="en-US" sz="1400" dirty="0"/>
          </a:p>
          <a:p>
            <a:pPr marL="0" indent="0">
              <a:buNone/>
            </a:pPr>
            <a:r>
              <a:rPr kumimoji="1" lang="ja-JP" altLang="en-US" sz="1400" dirty="0" smtClean="0"/>
              <a:t>３。解約情報</a:t>
            </a:r>
            <a:endParaRPr kumimoji="1" lang="ja-JP" altLang="en-US" sz="1400" dirty="0" smtClean="0"/>
          </a:p>
          <a:p>
            <a:pPr marL="0" indent="0">
              <a:buNone/>
            </a:pPr>
            <a:endParaRPr kumimoji="1" lang="ja-JP" altLang="en-US" sz="1400" dirty="0" smtClean="0"/>
          </a:p>
          <a:p>
            <a:endParaRPr kumimoji="1" lang="ja-JP" altLang="en-US" sz="1400" dirty="0"/>
          </a:p>
          <a:p>
            <a:endParaRPr kumimoji="1" lang="ja-JP" altLang="en-US" sz="1400" dirty="0" smtClean="0"/>
          </a:p>
          <a:p>
            <a:endParaRPr kumimoji="1" lang="zh-CN" altLang="en-US" sz="1400" dirty="0"/>
          </a:p>
        </p:txBody>
      </p:sp>
      <p:sp>
        <p:nvSpPr>
          <p:cNvPr id="5" name="矩形 4"/>
          <p:cNvSpPr/>
          <p:nvPr/>
        </p:nvSpPr>
        <p:spPr>
          <a:xfrm>
            <a:off x="6611007" y="1690688"/>
            <a:ext cx="3762703" cy="4486275"/>
          </a:xfrm>
          <a:prstGeom prst="rect">
            <a:avLst/>
          </a:prstGeom>
        </p:spPr>
        <p:style>
          <a:lnRef idx="2">
            <a:schemeClr val="accent2"/>
          </a:lnRef>
          <a:fillRef idx="1">
            <a:schemeClr val="lt1"/>
          </a:fillRef>
          <a:effectRef idx="0">
            <a:schemeClr val="accent2"/>
          </a:effectRef>
          <a:fontRef idx="minor">
            <a:schemeClr val="dk1"/>
          </a:fontRef>
        </p:style>
        <p:txBody>
          <a:bodyPr rtlCol="0" anchor="ctr"/>
          <a:lstStyle/>
          <a:p>
            <a:pPr algn="ctr"/>
            <a:endParaRPr kumimoji="1" lang="zh-CN" altLang="en-US"/>
          </a:p>
        </p:txBody>
      </p:sp>
      <p:sp>
        <p:nvSpPr>
          <p:cNvPr id="6" name="文本框 5"/>
          <p:cNvSpPr txBox="1"/>
          <p:nvPr/>
        </p:nvSpPr>
        <p:spPr>
          <a:xfrm>
            <a:off x="6611007" y="1208690"/>
            <a:ext cx="3037490" cy="369332"/>
          </a:xfrm>
          <a:prstGeom prst="rect">
            <a:avLst/>
          </a:prstGeom>
          <a:noFill/>
        </p:spPr>
        <p:txBody>
          <a:bodyPr wrap="square" rtlCol="0">
            <a:spAutoFit/>
          </a:bodyPr>
          <a:lstStyle/>
          <a:p>
            <a:r>
              <a:rPr kumimoji="1" lang="ja-JP" altLang="en-US" dirty="0" smtClean="0"/>
              <a:t>レイアウト</a:t>
            </a:r>
          </a:p>
        </p:txBody>
      </p:sp>
    </p:spTree>
    <p:extLst>
      <p:ext uri="{BB962C8B-B14F-4D97-AF65-F5344CB8AC3E}">
        <p14:creationId xmlns:p14="http://schemas.microsoft.com/office/powerpoint/2010/main" val="63546151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normAutofit/>
          </a:bodyPr>
          <a:lstStyle/>
          <a:p>
            <a:r>
              <a:rPr kumimoji="1" lang="ja-JP" altLang="en-US" sz="2800" dirty="0" smtClean="0"/>
              <a:t>２集計結果</a:t>
            </a:r>
            <a:endParaRPr kumimoji="1" lang="zh-CN" altLang="en-US" sz="2800" dirty="0"/>
          </a:p>
        </p:txBody>
      </p:sp>
      <p:sp>
        <p:nvSpPr>
          <p:cNvPr id="3" name="内容占位符 2"/>
          <p:cNvSpPr>
            <a:spLocks noGrp="1"/>
          </p:cNvSpPr>
          <p:nvPr>
            <p:ph idx="1"/>
          </p:nvPr>
        </p:nvSpPr>
        <p:spPr/>
        <p:txBody>
          <a:bodyPr>
            <a:normAutofit/>
          </a:bodyPr>
          <a:lstStyle/>
          <a:p>
            <a:r>
              <a:rPr kumimoji="1" lang="ja-JP" altLang="en-US" sz="1400" strike="sngStrike" dirty="0" smtClean="0"/>
              <a:t>テナントごとの利用頻度とクライアントごとの利用頻度を確認できる</a:t>
            </a:r>
          </a:p>
          <a:p>
            <a:r>
              <a:rPr kumimoji="1" lang="zh-CN" altLang="en-US" sz="1400" dirty="0" smtClean="0"/>
              <a:t/>
            </a:r>
            <a:br>
              <a:rPr kumimoji="1" lang="zh-CN" altLang="en-US" sz="1400" dirty="0" smtClean="0"/>
            </a:br>
            <a:endParaRPr kumimoji="1" lang="ja-JP" altLang="en-US" sz="1400" dirty="0"/>
          </a:p>
          <a:p>
            <a:pPr marL="0" indent="0">
              <a:buNone/>
            </a:pPr>
            <a:endParaRPr kumimoji="1" lang="ja-JP" altLang="en-US" sz="1400" dirty="0"/>
          </a:p>
          <a:p>
            <a:endParaRPr kumimoji="1" lang="ja-JP" altLang="en-US" sz="1400" dirty="0" smtClean="0"/>
          </a:p>
        </p:txBody>
      </p:sp>
    </p:spTree>
    <p:extLst>
      <p:ext uri="{BB962C8B-B14F-4D97-AF65-F5344CB8AC3E}">
        <p14:creationId xmlns:p14="http://schemas.microsoft.com/office/powerpoint/2010/main" val="209561175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normAutofit/>
          </a:bodyPr>
          <a:lstStyle/>
          <a:p>
            <a:r>
              <a:rPr kumimoji="1" lang="ja-JP" altLang="en-US" sz="2800" dirty="0" smtClean="0"/>
              <a:t>１</a:t>
            </a:r>
            <a:br>
              <a:rPr kumimoji="1" lang="ja-JP" altLang="en-US" sz="2800" dirty="0" smtClean="0"/>
            </a:br>
            <a:r>
              <a:rPr kumimoji="1" lang="ja-JP" altLang="en-US" sz="2800" dirty="0" smtClean="0"/>
              <a:t>１。</a:t>
            </a:r>
            <a:r>
              <a:rPr kumimoji="1" lang="ja-JP" altLang="en-US" sz="2800" dirty="0" smtClean="0"/>
              <a:t>２</a:t>
            </a:r>
            <a:r>
              <a:rPr kumimoji="1" lang="ja-JP" altLang="en-US" sz="2800" dirty="0" smtClean="0"/>
              <a:t>アップロード・ダウンロード</a:t>
            </a:r>
            <a:r>
              <a:rPr kumimoji="1" lang="ja-JP" altLang="en-US" sz="2800" dirty="0" smtClean="0"/>
              <a:t>方式</a:t>
            </a:r>
            <a:r>
              <a:rPr kumimoji="1" lang="ja-JP" altLang="en-US" sz="2800" dirty="0" smtClean="0"/>
              <a:t>の比率</a:t>
            </a:r>
            <a:endParaRPr kumimoji="1" lang="zh-CN" altLang="en-US" sz="2800" dirty="0"/>
          </a:p>
        </p:txBody>
      </p:sp>
      <p:sp>
        <p:nvSpPr>
          <p:cNvPr id="3" name="内容占位符 2"/>
          <p:cNvSpPr>
            <a:spLocks noGrp="1"/>
          </p:cNvSpPr>
          <p:nvPr>
            <p:ph idx="1"/>
          </p:nvPr>
        </p:nvSpPr>
        <p:spPr/>
        <p:txBody>
          <a:bodyPr>
            <a:normAutofit/>
          </a:bodyPr>
          <a:lstStyle/>
          <a:p>
            <a:pPr marL="0" indent="0">
              <a:buNone/>
            </a:pPr>
            <a:r>
              <a:rPr kumimoji="1" lang="ja-JP" altLang="en-US" sz="1400" dirty="0" smtClean="0">
                <a:solidFill>
                  <a:schemeClr val="accent2"/>
                </a:solidFill>
                <a:latin typeface="Hiragino Maru Gothic Pro W4" charset="-128"/>
                <a:ea typeface="Hiragino Maru Gothic Pro W4" charset="-128"/>
                <a:cs typeface="Hiragino Maru Gothic Pro W4" charset="-128"/>
              </a:rPr>
              <a:t>①　</a:t>
            </a:r>
            <a:r>
              <a:rPr kumimoji="1" lang="ja-JP" altLang="en-US" sz="1400" dirty="0" smtClean="0">
                <a:latin typeface="Hiragino Maru Gothic Pro W4" charset="-128"/>
                <a:ea typeface="Hiragino Maru Gothic Pro W4" charset="-128"/>
                <a:cs typeface="Hiragino Maru Gothic Pro W4" charset="-128"/>
              </a:rPr>
              <a:t>アップロード方式ではプリントツールが一番多かった（</a:t>
            </a:r>
            <a:r>
              <a:rPr kumimoji="1" lang="en-US" altLang="ja-JP" sz="1400" strike="sngStrike" dirty="0" smtClean="0">
                <a:solidFill>
                  <a:srgbClr val="FF0000"/>
                </a:solidFill>
                <a:latin typeface="Hiragino Maru Gothic Pro W4" charset="-128"/>
                <a:ea typeface="Hiragino Maru Gothic Pro W4" charset="-128"/>
                <a:cs typeface="Hiragino Maru Gothic Pro W4" charset="-128"/>
              </a:rPr>
              <a:t>77.5</a:t>
            </a:r>
            <a:r>
              <a:rPr kumimoji="1" lang="ja-JP" altLang="en-US" sz="1400" strike="sngStrike" dirty="0" smtClean="0">
                <a:solidFill>
                  <a:srgbClr val="FF0000"/>
                </a:solidFill>
                <a:latin typeface="Hiragino Maru Gothic Pro W4" charset="-128"/>
                <a:ea typeface="Hiragino Maru Gothic Pro W4" charset="-128"/>
                <a:cs typeface="Hiragino Maru Gothic Pro W4" charset="-128"/>
              </a:rPr>
              <a:t>％）、</a:t>
            </a:r>
            <a:r>
              <a:rPr kumimoji="1" lang="ja-JP" altLang="en-US" sz="1400" dirty="0" smtClean="0">
                <a:latin typeface="Hiragino Maru Gothic Pro W4" charset="-128"/>
                <a:ea typeface="Hiragino Maru Gothic Pro W4" charset="-128"/>
                <a:cs typeface="Hiragino Maru Gothic Pro W4" charset="-128"/>
              </a:rPr>
              <a:t>ユーザー</a:t>
            </a:r>
            <a:r>
              <a:rPr kumimoji="1" lang="en-US" altLang="ja-JP" sz="1400" dirty="0" smtClean="0">
                <a:latin typeface="Hiragino Maru Gothic Pro W4" charset="-128"/>
                <a:ea typeface="Hiragino Maru Gothic Pro W4" charset="-128"/>
                <a:cs typeface="Hiragino Maru Gothic Pro W4" charset="-128"/>
              </a:rPr>
              <a:t>Web</a:t>
            </a:r>
            <a:r>
              <a:rPr kumimoji="1" lang="ja-JP" altLang="en-US" sz="1400" dirty="0" smtClean="0">
                <a:latin typeface="Hiragino Maru Gothic Pro W4" charset="-128"/>
                <a:ea typeface="Hiragino Maru Gothic Pro W4" charset="-128"/>
                <a:cs typeface="Hiragino Maru Gothic Pro W4" charset="-128"/>
              </a:rPr>
              <a:t>、</a:t>
            </a:r>
            <a:r>
              <a:rPr kumimoji="1" lang="en-US" altLang="ja-JP" sz="1400" dirty="0" smtClean="0">
                <a:latin typeface="Hiragino Maru Gothic Pro W4" charset="-128"/>
                <a:ea typeface="Hiragino Maru Gothic Pro W4" charset="-128"/>
                <a:cs typeface="Hiragino Maru Gothic Pro W4" charset="-128"/>
              </a:rPr>
              <a:t>Android</a:t>
            </a:r>
            <a:r>
              <a:rPr kumimoji="1" lang="ja-JP" altLang="en-US" sz="1400" dirty="0" smtClean="0">
                <a:latin typeface="Hiragino Maru Gothic Pro W4" charset="-128"/>
                <a:ea typeface="Hiragino Maru Gothic Pro W4" charset="-128"/>
                <a:cs typeface="Hiragino Maru Gothic Pro W4" charset="-128"/>
              </a:rPr>
              <a:t>と</a:t>
            </a:r>
            <a:r>
              <a:rPr kumimoji="1" lang="en-US" altLang="ja-JP" sz="1400" dirty="0" smtClean="0">
                <a:latin typeface="Hiragino Maru Gothic Pro W4" charset="-128"/>
                <a:ea typeface="Hiragino Maru Gothic Pro W4" charset="-128"/>
                <a:cs typeface="Hiragino Maru Gothic Pro W4" charset="-128"/>
              </a:rPr>
              <a:t>iOS</a:t>
            </a:r>
            <a:r>
              <a:rPr kumimoji="1" lang="ja-JP" altLang="en-US" sz="1400" dirty="0" smtClean="0">
                <a:latin typeface="Hiragino Maru Gothic Pro W4" charset="-128"/>
                <a:ea typeface="Hiragino Maru Gothic Pro W4" charset="-128"/>
                <a:cs typeface="Hiragino Maru Gothic Pro W4" charset="-128"/>
              </a:rPr>
              <a:t>の利用が少なかった</a:t>
            </a:r>
            <a:endParaRPr kumimoji="1" lang="en-US" altLang="ja-JP" sz="1400" dirty="0">
              <a:latin typeface="Hiragino Maru Gothic Pro W4" charset="-128"/>
              <a:ea typeface="Hiragino Maru Gothic Pro W4" charset="-128"/>
              <a:cs typeface="Hiragino Maru Gothic Pro W4" charset="-128"/>
            </a:endParaRPr>
          </a:p>
          <a:p>
            <a:pPr marL="0" indent="0">
              <a:buNone/>
            </a:pPr>
            <a:r>
              <a:rPr kumimoji="1" lang="ja-JP" altLang="en-US" sz="1400" dirty="0" smtClean="0">
                <a:solidFill>
                  <a:schemeClr val="accent2"/>
                </a:solidFill>
                <a:latin typeface="Hiragino Maru Gothic Pro W4" charset="-128"/>
                <a:ea typeface="Hiragino Maru Gothic Pro W4" charset="-128"/>
                <a:cs typeface="Hiragino Maru Gothic Pro W4" charset="-128"/>
              </a:rPr>
              <a:t>②　</a:t>
            </a:r>
            <a:r>
              <a:rPr kumimoji="1" lang="ja-JP" altLang="en-US" sz="1400" dirty="0" smtClean="0">
                <a:latin typeface="Hiragino Maru Gothic Pro W4" charset="-128"/>
                <a:ea typeface="Hiragino Maru Gothic Pro W4" charset="-128"/>
                <a:cs typeface="Hiragino Maru Gothic Pro W4" charset="-128"/>
              </a:rPr>
              <a:t>ダウンロード方式ではファイル一覧リストからのが一番多かった（）</a:t>
            </a:r>
          </a:p>
          <a:p>
            <a:pPr marL="0" indent="0">
              <a:buNone/>
            </a:pPr>
            <a:endParaRPr kumimoji="1" lang="ja-JP" altLang="en-US" sz="1400" dirty="0" smtClean="0"/>
          </a:p>
          <a:p>
            <a:pPr marL="0" indent="0">
              <a:buNone/>
            </a:pPr>
            <a:endParaRPr kumimoji="1" lang="ja-JP" altLang="en-US" sz="1400" dirty="0"/>
          </a:p>
          <a:p>
            <a:pPr marL="0" indent="0">
              <a:buNone/>
            </a:pPr>
            <a:endParaRPr kumimoji="1" lang="ja-JP" altLang="en-US" sz="1400" dirty="0" smtClean="0"/>
          </a:p>
          <a:p>
            <a:pPr marL="0" indent="0">
              <a:buNone/>
            </a:pPr>
            <a:r>
              <a:rPr kumimoji="1" lang="ja-JP" altLang="en-US" sz="1400" dirty="0"/>
              <a:t>図１　　　　　　　　　　　　　　　　　　　　　　　　　　　　　　　　　　　　　　　　　　　図２</a:t>
            </a:r>
          </a:p>
          <a:p>
            <a:pPr marL="0" indent="0">
              <a:buNone/>
            </a:pPr>
            <a:endParaRPr kumimoji="1" lang="ja-JP" altLang="en-US" sz="1400" dirty="0" smtClean="0"/>
          </a:p>
          <a:p>
            <a:pPr marL="0" indent="0">
              <a:buNone/>
            </a:pPr>
            <a:endParaRPr kumimoji="1" lang="ja-JP" altLang="en-US" sz="1400" dirty="0" smtClean="0"/>
          </a:p>
        </p:txBody>
      </p:sp>
      <p:sp>
        <p:nvSpPr>
          <p:cNvPr id="4" name="文本框 3"/>
          <p:cNvSpPr txBox="1"/>
          <p:nvPr/>
        </p:nvSpPr>
        <p:spPr>
          <a:xfrm>
            <a:off x="1930400" y="3454400"/>
            <a:ext cx="670560" cy="461665"/>
          </a:xfrm>
          <a:prstGeom prst="rect">
            <a:avLst/>
          </a:prstGeom>
          <a:noFill/>
        </p:spPr>
        <p:txBody>
          <a:bodyPr wrap="square" rtlCol="0">
            <a:spAutoFit/>
          </a:bodyPr>
          <a:lstStyle/>
          <a:p>
            <a:r>
              <a:rPr kumimoji="1" lang="ja-JP" altLang="en-US" sz="2400" dirty="0" smtClean="0">
                <a:solidFill>
                  <a:schemeClr val="accent2"/>
                </a:solidFill>
              </a:rPr>
              <a:t>①</a:t>
            </a:r>
            <a:endParaRPr kumimoji="1" lang="zh-CN" altLang="en-US" sz="2400" dirty="0">
              <a:solidFill>
                <a:schemeClr val="accent2"/>
              </a:solidFill>
            </a:endParaRPr>
          </a:p>
        </p:txBody>
      </p:sp>
      <p:sp>
        <p:nvSpPr>
          <p:cNvPr id="5" name="文本框 4"/>
          <p:cNvSpPr txBox="1"/>
          <p:nvPr/>
        </p:nvSpPr>
        <p:spPr>
          <a:xfrm>
            <a:off x="7223760" y="3454400"/>
            <a:ext cx="670560" cy="461665"/>
          </a:xfrm>
          <a:prstGeom prst="rect">
            <a:avLst/>
          </a:prstGeom>
          <a:noFill/>
        </p:spPr>
        <p:txBody>
          <a:bodyPr wrap="square" rtlCol="0">
            <a:spAutoFit/>
          </a:bodyPr>
          <a:lstStyle/>
          <a:p>
            <a:r>
              <a:rPr kumimoji="1" lang="ja-JP" altLang="en-US" sz="2400" dirty="0" smtClean="0">
                <a:solidFill>
                  <a:schemeClr val="accent2"/>
                </a:solidFill>
              </a:rPr>
              <a:t>②</a:t>
            </a:r>
            <a:endParaRPr kumimoji="1" lang="zh-CN" altLang="en-US" sz="2400" dirty="0">
              <a:solidFill>
                <a:schemeClr val="accent2"/>
              </a:solidFill>
            </a:endParaRPr>
          </a:p>
        </p:txBody>
      </p:sp>
    </p:spTree>
    <p:extLst>
      <p:ext uri="{BB962C8B-B14F-4D97-AF65-F5344CB8AC3E}">
        <p14:creationId xmlns:p14="http://schemas.microsoft.com/office/powerpoint/2010/main" val="206215418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normAutofit/>
          </a:bodyPr>
          <a:lstStyle/>
          <a:p>
            <a:r>
              <a:rPr kumimoji="1" lang="ja-JP" altLang="en-US" sz="2800" dirty="0" smtClean="0"/>
              <a:t>１</a:t>
            </a:r>
            <a:br>
              <a:rPr kumimoji="1" lang="ja-JP" altLang="en-US" sz="2800" dirty="0" smtClean="0"/>
            </a:br>
            <a:r>
              <a:rPr kumimoji="1" lang="ja-JP" altLang="en-US" sz="2800" dirty="0" smtClean="0"/>
              <a:t>１。</a:t>
            </a:r>
            <a:r>
              <a:rPr kumimoji="1" lang="ja-JP" altLang="en-US" sz="2800" dirty="0"/>
              <a:t>２アップロード・ダウンロード方式の比率</a:t>
            </a:r>
            <a:endParaRPr kumimoji="1" lang="zh-CN" altLang="en-US" sz="2800" dirty="0"/>
          </a:p>
        </p:txBody>
      </p:sp>
      <p:sp>
        <p:nvSpPr>
          <p:cNvPr id="3" name="内容占位符 2"/>
          <p:cNvSpPr>
            <a:spLocks noGrp="1"/>
          </p:cNvSpPr>
          <p:nvPr>
            <p:ph idx="1"/>
          </p:nvPr>
        </p:nvSpPr>
        <p:spPr/>
        <p:txBody>
          <a:bodyPr>
            <a:normAutofit/>
          </a:bodyPr>
          <a:lstStyle/>
          <a:p>
            <a:pPr marL="0" indent="0">
              <a:buNone/>
            </a:pPr>
            <a:r>
              <a:rPr kumimoji="1" lang="ja-JP" altLang="en-US" sz="1400" dirty="0" smtClean="0">
                <a:latin typeface="Hiragino Maru Gothic Pro W4" charset="-128"/>
                <a:ea typeface="Hiragino Maru Gothic Pro W4" charset="-128"/>
                <a:cs typeface="Hiragino Maru Gothic Pro W4" charset="-128"/>
              </a:rPr>
              <a:t>①　</a:t>
            </a:r>
            <a:r>
              <a:rPr kumimoji="1" lang="ja-JP" altLang="en-US" sz="1400" dirty="0" smtClean="0">
                <a:latin typeface="Hiragino Maru Gothic Pro W4" charset="-128"/>
                <a:ea typeface="Hiragino Maru Gothic Pro W4" charset="-128"/>
                <a:cs typeface="Hiragino Maru Gothic Pro W4" charset="-128"/>
              </a:rPr>
              <a:t>プ</a:t>
            </a:r>
            <a:r>
              <a:rPr lang="zh-CN" altLang="en-US" sz="1400" dirty="0" smtClean="0">
                <a:latin typeface="Hiragino Maru Gothic Pro W4" charset="-128"/>
                <a:ea typeface="Hiragino Maru Gothic Pro W4" charset="-128"/>
                <a:cs typeface="Hiragino Maru Gothic Pro W4" charset="-128"/>
              </a:rPr>
              <a:t>プ</a:t>
            </a:r>
            <a:r>
              <a:rPr lang="zh-CN" altLang="en-US" sz="1400" dirty="0">
                <a:latin typeface="Hiragino Maru Gothic Pro W4" charset="-128"/>
                <a:ea typeface="Hiragino Maru Gothic Pro W4" charset="-128"/>
                <a:cs typeface="Hiragino Maru Gothic Pro W4" charset="-128"/>
              </a:rPr>
              <a:t>リントツールでアップロードしたファイル数の中には、</a:t>
            </a:r>
            <a:r>
              <a:rPr lang="zh-CN" altLang="en-US" sz="1400" dirty="0" smtClean="0">
                <a:latin typeface="Hiragino Maru Gothic Pro W4" charset="-128"/>
                <a:ea typeface="Hiragino Maru Gothic Pro W4" charset="-128"/>
                <a:cs typeface="Hiragino Maru Gothic Pro W4" charset="-128"/>
              </a:rPr>
              <a:t>上位</a:t>
            </a:r>
            <a:r>
              <a:rPr lang="ja-JP" altLang="en-US" sz="1400" dirty="0" smtClean="0">
                <a:latin typeface="Hiragino Maru Gothic Pro W4" charset="-128"/>
                <a:ea typeface="Hiragino Maru Gothic Pro W4" charset="-128"/>
                <a:cs typeface="Hiragino Maru Gothic Pro W4" charset="-128"/>
              </a:rPr>
              <a:t>３</a:t>
            </a:r>
            <a:r>
              <a:rPr lang="zh-CN" altLang="en-US" sz="1400" dirty="0" smtClean="0">
                <a:latin typeface="Hiragino Maru Gothic Pro W4" charset="-128"/>
                <a:ea typeface="Hiragino Maru Gothic Pro W4" charset="-128"/>
                <a:cs typeface="Hiragino Maru Gothic Pro W4" charset="-128"/>
              </a:rPr>
              <a:t>社が</a:t>
            </a:r>
            <a:r>
              <a:rPr lang="ja-JP" altLang="en-US" sz="1400" dirty="0" smtClean="0">
                <a:latin typeface="Hiragino Maru Gothic Pro W4" charset="-128"/>
                <a:ea typeface="Hiragino Maru Gothic Pro W4" charset="-128"/>
                <a:cs typeface="Hiragino Maru Gothic Pro W4" charset="-128"/>
              </a:rPr>
              <a:t>全体</a:t>
            </a:r>
            <a:r>
              <a:rPr lang="zh-CN" altLang="en-US" sz="1400" dirty="0" smtClean="0">
                <a:latin typeface="Hiragino Maru Gothic Pro W4" charset="-128"/>
                <a:ea typeface="Hiragino Maru Gothic Pro W4" charset="-128"/>
                <a:cs typeface="Hiragino Maru Gothic Pro W4" charset="-128"/>
              </a:rPr>
              <a:t>の</a:t>
            </a:r>
            <a:r>
              <a:rPr lang="ja-JP" altLang="en-US" sz="1400" dirty="0" smtClean="0">
                <a:solidFill>
                  <a:srgbClr val="FF0000"/>
                </a:solidFill>
                <a:latin typeface="Hiragino Maru Gothic Pro W4" charset="-128"/>
                <a:ea typeface="Hiragino Maru Gothic Pro W4" charset="-128"/>
                <a:cs typeface="Hiragino Maru Gothic Pro W4" charset="-128"/>
              </a:rPr>
              <a:t>９</a:t>
            </a:r>
            <a:r>
              <a:rPr lang="zh-CN" altLang="en-US" sz="1400" dirty="0" smtClean="0">
                <a:solidFill>
                  <a:srgbClr val="FF0000"/>
                </a:solidFill>
                <a:latin typeface="Hiragino Maru Gothic Pro W4" charset="-128"/>
                <a:ea typeface="Hiragino Maru Gothic Pro W4" charset="-128"/>
                <a:cs typeface="Hiragino Maru Gothic Pro W4" charset="-128"/>
              </a:rPr>
              <a:t>０％</a:t>
            </a:r>
            <a:r>
              <a:rPr lang="zh-CN" altLang="en-US" sz="1400" dirty="0">
                <a:latin typeface="Hiragino Maru Gothic Pro W4" charset="-128"/>
                <a:ea typeface="Hiragino Maru Gothic Pro W4" charset="-128"/>
                <a:cs typeface="Hiragino Maru Gothic Pro W4" charset="-128"/>
              </a:rPr>
              <a:t>を占めます</a:t>
            </a:r>
            <a:endParaRPr kumimoji="1" lang="ja-JP" altLang="en-US" sz="1400" dirty="0">
              <a:solidFill>
                <a:srgbClr val="FF0000"/>
              </a:solidFill>
              <a:latin typeface="Hiragino Maru Gothic Pro W4" charset="-128"/>
              <a:ea typeface="Hiragino Maru Gothic Pro W4" charset="-128"/>
              <a:cs typeface="Hiragino Maru Gothic Pro W4" charset="-128"/>
            </a:endParaRPr>
          </a:p>
          <a:p>
            <a:pPr marL="0" indent="0">
              <a:buNone/>
            </a:pPr>
            <a:r>
              <a:rPr kumimoji="1" lang="ja-JP" altLang="en-US" sz="1400" dirty="0" smtClean="0">
                <a:latin typeface="Hiragino Maru Gothic Pro W4" charset="-128"/>
                <a:ea typeface="Hiragino Maru Gothic Pro W4" charset="-128"/>
                <a:cs typeface="Hiragino Maru Gothic Pro W4" charset="-128"/>
              </a:rPr>
              <a:t>　　</a:t>
            </a:r>
            <a:r>
              <a:rPr kumimoji="1" lang="ja-JP" altLang="en-US" sz="1400" dirty="0" smtClean="0">
                <a:latin typeface="Hiragino Maru Gothic Pro W4" charset="-128"/>
                <a:ea typeface="Hiragino Maru Gothic Pro W4" charset="-128"/>
                <a:cs typeface="Hiragino Maru Gothic Pro W4" charset="-128"/>
              </a:rPr>
              <a:t>→</a:t>
            </a:r>
            <a:r>
              <a:rPr kumimoji="1" lang="ja-JP" altLang="en-US" sz="1400" dirty="0" smtClean="0">
                <a:latin typeface="Hiragino Maru Gothic Pro W4" charset="-128"/>
                <a:ea typeface="Hiragino Maru Gothic Pro W4" charset="-128"/>
                <a:cs typeface="Hiragino Maru Gothic Pro W4" charset="-128"/>
              </a:rPr>
              <a:t>プリントツール</a:t>
            </a:r>
            <a:r>
              <a:rPr kumimoji="1" lang="ja-JP" altLang="en-US" sz="1400" dirty="0" smtClean="0">
                <a:latin typeface="Hiragino Maru Gothic Pro W4" charset="-128"/>
                <a:ea typeface="Hiragino Maru Gothic Pro W4" charset="-128"/>
                <a:cs typeface="Hiragino Maru Gothic Pro W4" charset="-128"/>
              </a:rPr>
              <a:t>の使用回数が一番</a:t>
            </a:r>
            <a:r>
              <a:rPr kumimoji="1" lang="ja-JP" altLang="en-US" sz="1400" dirty="0" smtClean="0">
                <a:solidFill>
                  <a:srgbClr val="FF0000"/>
                </a:solidFill>
                <a:latin typeface="Hiragino Maru Gothic Pro W4" charset="-128"/>
                <a:ea typeface="Hiragino Maru Gothic Pro W4" charset="-128"/>
                <a:cs typeface="Hiragino Maru Gothic Pro W4" charset="-128"/>
              </a:rPr>
              <a:t>（８０</a:t>
            </a:r>
            <a:r>
              <a:rPr kumimoji="1" lang="ja-JP" altLang="en-US" sz="1400" dirty="0" smtClean="0">
                <a:solidFill>
                  <a:srgbClr val="FF0000"/>
                </a:solidFill>
                <a:latin typeface="Hiragino Maru Gothic Pro W4" charset="-128"/>
                <a:ea typeface="Hiragino Maru Gothic Pro W4" charset="-128"/>
                <a:cs typeface="Hiragino Maru Gothic Pro W4" charset="-128"/>
              </a:rPr>
              <a:t>．％</a:t>
            </a:r>
            <a:r>
              <a:rPr kumimoji="1" lang="ja-JP" altLang="en-US" sz="1400" dirty="0" smtClean="0">
                <a:solidFill>
                  <a:srgbClr val="FF0000"/>
                </a:solidFill>
                <a:latin typeface="Hiragino Maru Gothic Pro W4" charset="-128"/>
                <a:ea typeface="Hiragino Maru Gothic Pro W4" charset="-128"/>
                <a:cs typeface="Hiragino Maru Gothic Pro W4" charset="-128"/>
              </a:rPr>
              <a:t>）</a:t>
            </a:r>
            <a:r>
              <a:rPr kumimoji="1" lang="ja-JP" altLang="en-US" sz="1400" dirty="0" smtClean="0">
                <a:latin typeface="Hiragino Maru Gothic Pro W4" charset="-128"/>
                <a:ea typeface="Hiragino Maru Gothic Pro W4" charset="-128"/>
                <a:cs typeface="Hiragino Maru Gothic Pro W4" charset="-128"/>
              </a:rPr>
              <a:t>ですが、普遍的</a:t>
            </a:r>
            <a:r>
              <a:rPr kumimoji="1" lang="ja-JP" altLang="en-US" sz="1400" dirty="0" smtClean="0">
                <a:latin typeface="Hiragino Maru Gothic Pro W4" charset="-128"/>
                <a:ea typeface="Hiragino Maru Gothic Pro W4" charset="-128"/>
                <a:cs typeface="Hiragino Maru Gothic Pro W4" charset="-128"/>
              </a:rPr>
              <a:t>に</a:t>
            </a:r>
            <a:r>
              <a:rPr kumimoji="1" lang="ja-JP" altLang="en-US" sz="1400" dirty="0" smtClean="0">
                <a:latin typeface="Hiragino Maru Gothic Pro W4" charset="-128"/>
                <a:ea typeface="Hiragino Maru Gothic Pro W4" charset="-128"/>
                <a:cs typeface="Hiragino Maru Gothic Pro W4" charset="-128"/>
              </a:rPr>
              <a:t>使われ</a:t>
            </a:r>
            <a:r>
              <a:rPr kumimoji="1" lang="ja-JP" altLang="en-US" sz="1400" dirty="0" smtClean="0">
                <a:latin typeface="Hiragino Maru Gothic Pro W4" charset="-128"/>
                <a:ea typeface="Hiragino Maru Gothic Pro W4" charset="-128"/>
                <a:cs typeface="Hiragino Maru Gothic Pro W4" charset="-128"/>
              </a:rPr>
              <a:t>ている</a:t>
            </a:r>
            <a:r>
              <a:rPr kumimoji="1" lang="ja-JP" altLang="en-US" sz="1400" dirty="0" smtClean="0">
                <a:latin typeface="Hiragino Maru Gothic Pro W4" charset="-128"/>
                <a:ea typeface="Hiragino Maru Gothic Pro W4" charset="-128"/>
                <a:cs typeface="Hiragino Maru Gothic Pro W4" charset="-128"/>
              </a:rPr>
              <a:t>ことでは</a:t>
            </a:r>
            <a:r>
              <a:rPr kumimoji="1" lang="ja-JP" altLang="en-US" sz="1400" dirty="0" smtClean="0">
                <a:latin typeface="Hiragino Maru Gothic Pro W4" charset="-128"/>
                <a:ea typeface="Hiragino Maru Gothic Pro W4" charset="-128"/>
                <a:cs typeface="Hiragino Maru Gothic Pro W4" charset="-128"/>
              </a:rPr>
              <a:t>ありません。</a:t>
            </a:r>
          </a:p>
          <a:p>
            <a:pPr marL="0" indent="0">
              <a:buNone/>
            </a:pPr>
            <a:endParaRPr kumimoji="1" lang="ja-JP" altLang="en-US" sz="1400" dirty="0" smtClean="0">
              <a:latin typeface="Hiragino Maru Gothic Pro W4" charset="-128"/>
              <a:ea typeface="Hiragino Maru Gothic Pro W4" charset="-128"/>
              <a:cs typeface="Hiragino Maru Gothic Pro W4" charset="-128"/>
            </a:endParaRPr>
          </a:p>
          <a:p>
            <a:pPr marL="0" indent="0">
              <a:buNone/>
            </a:pPr>
            <a:r>
              <a:rPr kumimoji="1" lang="ja-JP" altLang="en-US" sz="1400" dirty="0" smtClean="0">
                <a:solidFill>
                  <a:srgbClr val="FF0000"/>
                </a:solidFill>
                <a:latin typeface="Hiragino Maru Gothic Pro W4" charset="-128"/>
                <a:ea typeface="Hiragino Maru Gothic Pro W4" charset="-128"/>
                <a:cs typeface="Hiragino Maru Gothic Pro W4" charset="-128"/>
              </a:rPr>
              <a:t>②　共用ユーザー</a:t>
            </a:r>
            <a:r>
              <a:rPr kumimoji="1" lang="en-US" altLang="ja-JP" sz="1400" dirty="0" smtClean="0">
                <a:solidFill>
                  <a:srgbClr val="FF0000"/>
                </a:solidFill>
                <a:latin typeface="Hiragino Maru Gothic Pro W4" charset="-128"/>
                <a:ea typeface="Hiragino Maru Gothic Pro W4" charset="-128"/>
                <a:cs typeface="Hiragino Maru Gothic Pro W4" charset="-128"/>
              </a:rPr>
              <a:t>Web</a:t>
            </a:r>
            <a:r>
              <a:rPr lang="zh-CN" altLang="en-US" sz="1400" dirty="0">
                <a:latin typeface="Hiragino Maru Gothic Pro W4" charset="-128"/>
                <a:ea typeface="Hiragino Maru Gothic Pro W4" charset="-128"/>
                <a:cs typeface="Hiragino Maru Gothic Pro W4" charset="-128"/>
              </a:rPr>
              <a:t>でアップロードしたファイル数</a:t>
            </a:r>
            <a:r>
              <a:rPr lang="zh-CN" altLang="en-US" sz="1400" dirty="0" smtClean="0">
                <a:latin typeface="Hiragino Maru Gothic Pro W4" charset="-128"/>
                <a:ea typeface="Hiragino Maru Gothic Pro W4" charset="-128"/>
                <a:cs typeface="Hiragino Maru Gothic Pro W4" charset="-128"/>
              </a:rPr>
              <a:t>の</a:t>
            </a:r>
            <a:r>
              <a:rPr kumimoji="1" lang="ja-JP" altLang="en-US" sz="1400" dirty="0" smtClean="0">
                <a:solidFill>
                  <a:srgbClr val="FF0000"/>
                </a:solidFill>
                <a:latin typeface="Hiragino Maru Gothic Pro W4" charset="-128"/>
                <a:ea typeface="Hiragino Maru Gothic Pro W4" charset="-128"/>
                <a:cs typeface="Hiragino Maru Gothic Pro W4" charset="-128"/>
              </a:rPr>
              <a:t>中に</a:t>
            </a:r>
            <a:r>
              <a:rPr kumimoji="1" lang="ja-JP" altLang="en-US" sz="1400" dirty="0" smtClean="0">
                <a:solidFill>
                  <a:srgbClr val="FF0000"/>
                </a:solidFill>
                <a:latin typeface="Hiragino Maru Gothic Pro W4" charset="-128"/>
                <a:ea typeface="Hiragino Maru Gothic Pro W4" charset="-128"/>
                <a:cs typeface="Hiragino Maru Gothic Pro W4" charset="-128"/>
              </a:rPr>
              <a:t>は、</a:t>
            </a:r>
            <a:r>
              <a:rPr kumimoji="1" lang="ja-JP" altLang="en-US" sz="1400" dirty="0">
                <a:latin typeface="Hiragino Maru Gothic Pro W4" charset="-128"/>
                <a:ea typeface="Hiragino Maru Gothic Pro W4" charset="-128"/>
                <a:cs typeface="Hiragino Maru Gothic Pro W4" charset="-128"/>
              </a:rPr>
              <a:t>上位</a:t>
            </a:r>
            <a:r>
              <a:rPr kumimoji="1" lang="ja-JP" altLang="en-US" sz="1400" dirty="0" smtClean="0">
                <a:latin typeface="Hiragino Maru Gothic Pro W4" charset="-128"/>
                <a:ea typeface="Hiragino Maru Gothic Pro W4" charset="-128"/>
                <a:cs typeface="Hiragino Maru Gothic Pro W4" charset="-128"/>
              </a:rPr>
              <a:t>３社</a:t>
            </a:r>
            <a:r>
              <a:rPr kumimoji="1" lang="ja-JP" altLang="en-US" sz="1400" dirty="0" smtClean="0">
                <a:latin typeface="Hiragino Maru Gothic Pro W4" charset="-128"/>
                <a:ea typeface="Hiragino Maru Gothic Pro W4" charset="-128"/>
                <a:cs typeface="Hiragino Maru Gothic Pro W4" charset="-128"/>
              </a:rPr>
              <a:t>が</a:t>
            </a:r>
            <a:r>
              <a:rPr kumimoji="1" lang="ja-JP" altLang="en-US" sz="1400" dirty="0" smtClean="0">
                <a:latin typeface="Hiragino Maru Gothic Pro W4" charset="-128"/>
                <a:ea typeface="Hiragino Maru Gothic Pro W4" charset="-128"/>
                <a:cs typeface="Hiragino Maru Gothic Pro W4" charset="-128"/>
              </a:rPr>
              <a:t>全体の</a:t>
            </a:r>
            <a:r>
              <a:rPr kumimoji="1" lang="ja-JP" altLang="en-US" sz="1400" dirty="0" smtClean="0">
                <a:solidFill>
                  <a:srgbClr val="FF0000"/>
                </a:solidFill>
                <a:latin typeface="Hiragino Maru Gothic Pro W4" charset="-128"/>
                <a:ea typeface="Hiragino Maru Gothic Pro W4" charset="-128"/>
                <a:cs typeface="Hiragino Maru Gothic Pro W4" charset="-128"/>
              </a:rPr>
              <a:t>６０</a:t>
            </a:r>
            <a:r>
              <a:rPr kumimoji="1" lang="ja-JP" altLang="en-US" sz="1400" dirty="0" smtClean="0">
                <a:solidFill>
                  <a:srgbClr val="FF0000"/>
                </a:solidFill>
                <a:latin typeface="Hiragino Maru Gothic Pro W4" charset="-128"/>
                <a:ea typeface="Hiragino Maru Gothic Pro W4" charset="-128"/>
                <a:cs typeface="Hiragino Maru Gothic Pro W4" charset="-128"/>
              </a:rPr>
              <a:t>％</a:t>
            </a:r>
            <a:r>
              <a:rPr lang="zh-CN" altLang="en-US" sz="1400" dirty="0">
                <a:latin typeface="Hiragino Maru Gothic Pro W4" charset="-128"/>
                <a:ea typeface="Hiragino Maru Gothic Pro W4" charset="-128"/>
                <a:cs typeface="Hiragino Maru Gothic Pro W4" charset="-128"/>
              </a:rPr>
              <a:t>を占めます</a:t>
            </a:r>
            <a:endParaRPr kumimoji="1" lang="ja-JP" altLang="en-US" sz="1400" dirty="0">
              <a:solidFill>
                <a:srgbClr val="FF0000"/>
              </a:solidFill>
              <a:latin typeface="Hiragino Maru Gothic Pro W4" charset="-128"/>
              <a:ea typeface="Hiragino Maru Gothic Pro W4" charset="-128"/>
              <a:cs typeface="Hiragino Maru Gothic Pro W4" charset="-128"/>
            </a:endParaRPr>
          </a:p>
          <a:p>
            <a:pPr marL="0" indent="0">
              <a:buNone/>
            </a:pPr>
            <a:endParaRPr kumimoji="1" lang="en-US" altLang="ja-JP" sz="1400" dirty="0" smtClean="0">
              <a:solidFill>
                <a:srgbClr val="FF0000"/>
              </a:solidFill>
              <a:latin typeface="Hiragino Maru Gothic Pro W4" charset="-128"/>
              <a:ea typeface="Hiragino Maru Gothic Pro W4" charset="-128"/>
              <a:cs typeface="Hiragino Maru Gothic Pro W4" charset="-128"/>
            </a:endParaRPr>
          </a:p>
          <a:p>
            <a:pPr marL="0" indent="0">
              <a:buNone/>
            </a:pPr>
            <a:endParaRPr kumimoji="1" lang="ja-JP" altLang="en-US" sz="1400" dirty="0" smtClean="0">
              <a:solidFill>
                <a:srgbClr val="FF0000"/>
              </a:solidFill>
              <a:latin typeface="Hiragino Maru Gothic Pro W4" charset="-128"/>
              <a:ea typeface="Hiragino Maru Gothic Pro W4" charset="-128"/>
              <a:cs typeface="Hiragino Maru Gothic Pro W4" charset="-128"/>
            </a:endParaRPr>
          </a:p>
        </p:txBody>
      </p:sp>
      <p:graphicFrame>
        <p:nvGraphicFramePr>
          <p:cNvPr id="4" name="图表 3"/>
          <p:cNvGraphicFramePr/>
          <p:nvPr>
            <p:extLst>
              <p:ext uri="{D42A27DB-BD31-4B8C-83A1-F6EECF244321}">
                <p14:modId xmlns:p14="http://schemas.microsoft.com/office/powerpoint/2010/main" val="2006201951"/>
              </p:ext>
            </p:extLst>
          </p:nvPr>
        </p:nvGraphicFramePr>
        <p:xfrm>
          <a:off x="2946400" y="3823855"/>
          <a:ext cx="6737927" cy="3034145"/>
        </p:xfrm>
        <a:graphic>
          <a:graphicData uri="http://schemas.openxmlformats.org/drawingml/2006/chart">
            <c:chart xmlns:c="http://schemas.openxmlformats.org/drawingml/2006/chart" xmlns:r="http://schemas.openxmlformats.org/officeDocument/2006/relationships" r:id="rId3"/>
          </a:graphicData>
        </a:graphic>
      </p:graphicFrame>
      <p:sp>
        <p:nvSpPr>
          <p:cNvPr id="5" name="文本框 4"/>
          <p:cNvSpPr txBox="1"/>
          <p:nvPr/>
        </p:nvSpPr>
        <p:spPr>
          <a:xfrm>
            <a:off x="1930400" y="3454400"/>
            <a:ext cx="670560" cy="461665"/>
          </a:xfrm>
          <a:prstGeom prst="rect">
            <a:avLst/>
          </a:prstGeom>
          <a:noFill/>
        </p:spPr>
        <p:txBody>
          <a:bodyPr wrap="square" rtlCol="0">
            <a:spAutoFit/>
          </a:bodyPr>
          <a:lstStyle/>
          <a:p>
            <a:r>
              <a:rPr kumimoji="1" lang="ja-JP" altLang="en-US" sz="2400" dirty="0" smtClean="0">
                <a:solidFill>
                  <a:schemeClr val="accent2"/>
                </a:solidFill>
              </a:rPr>
              <a:t>①</a:t>
            </a:r>
            <a:endParaRPr kumimoji="1" lang="zh-CN" altLang="en-US" sz="2400" dirty="0">
              <a:solidFill>
                <a:schemeClr val="accent2"/>
              </a:solidFill>
            </a:endParaRPr>
          </a:p>
        </p:txBody>
      </p:sp>
      <p:sp>
        <p:nvSpPr>
          <p:cNvPr id="6" name="文本框 5"/>
          <p:cNvSpPr txBox="1"/>
          <p:nvPr/>
        </p:nvSpPr>
        <p:spPr>
          <a:xfrm>
            <a:off x="7223760" y="3454400"/>
            <a:ext cx="670560" cy="461665"/>
          </a:xfrm>
          <a:prstGeom prst="rect">
            <a:avLst/>
          </a:prstGeom>
          <a:noFill/>
        </p:spPr>
        <p:txBody>
          <a:bodyPr wrap="square" rtlCol="0">
            <a:spAutoFit/>
          </a:bodyPr>
          <a:lstStyle/>
          <a:p>
            <a:r>
              <a:rPr kumimoji="1" lang="ja-JP" altLang="en-US" sz="2400" dirty="0" smtClean="0">
                <a:solidFill>
                  <a:schemeClr val="accent2"/>
                </a:solidFill>
              </a:rPr>
              <a:t>②</a:t>
            </a:r>
            <a:endParaRPr kumimoji="1" lang="zh-CN" altLang="en-US" sz="2400" dirty="0">
              <a:solidFill>
                <a:schemeClr val="accent2"/>
              </a:solidFill>
            </a:endParaRPr>
          </a:p>
        </p:txBody>
      </p:sp>
    </p:spTree>
    <p:extLst>
      <p:ext uri="{BB962C8B-B14F-4D97-AF65-F5344CB8AC3E}">
        <p14:creationId xmlns:p14="http://schemas.microsoft.com/office/powerpoint/2010/main" val="89910287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noAutofit/>
          </a:bodyPr>
          <a:lstStyle/>
          <a:p>
            <a:r>
              <a:rPr kumimoji="1" lang="en-US" altLang="zh-CN" sz="2400" dirty="0"/>
              <a:t>2</a:t>
            </a:r>
            <a:r>
              <a:rPr kumimoji="1" lang="zh-CN" altLang="en-US" sz="2400" dirty="0"/>
              <a:t/>
            </a:r>
            <a:br>
              <a:rPr kumimoji="1" lang="zh-CN" altLang="en-US" sz="2400" dirty="0"/>
            </a:br>
            <a:r>
              <a:rPr kumimoji="1" lang="en-US" altLang="zh-CN" sz="2400" dirty="0"/>
              <a:t>1</a:t>
            </a:r>
            <a:r>
              <a:rPr kumimoji="1" lang="zh-CN" altLang="en-US" sz="2400" dirty="0"/>
              <a:t/>
            </a:r>
            <a:br>
              <a:rPr kumimoji="1" lang="zh-CN" altLang="en-US" sz="2400" dirty="0"/>
            </a:br>
            <a:r>
              <a:rPr kumimoji="1" lang="en-US" altLang="zh-CN" sz="2400" dirty="0" smtClean="0"/>
              <a:t>1.3</a:t>
            </a:r>
            <a:r>
              <a:rPr kumimoji="1" lang="ja-JP" altLang="en-US" sz="2400" dirty="0" smtClean="0">
                <a:solidFill>
                  <a:srgbClr val="FF0000"/>
                </a:solidFill>
              </a:rPr>
              <a:t>お客様の</a:t>
            </a:r>
            <a:r>
              <a:rPr kumimoji="1" lang="ja-JP" altLang="en-US" sz="2400" dirty="0" smtClean="0">
                <a:solidFill>
                  <a:srgbClr val="FF0000"/>
                </a:solidFill>
              </a:rPr>
              <a:t>タイプ</a:t>
            </a:r>
            <a:endParaRPr kumimoji="1" lang="zh-CN" altLang="en-US" sz="2400" dirty="0">
              <a:solidFill>
                <a:srgbClr val="FF0000"/>
              </a:solidFill>
            </a:endParaRPr>
          </a:p>
        </p:txBody>
      </p:sp>
      <p:sp>
        <p:nvSpPr>
          <p:cNvPr id="3" name="内容占位符 2"/>
          <p:cNvSpPr>
            <a:spLocks noGrp="1"/>
          </p:cNvSpPr>
          <p:nvPr>
            <p:ph idx="1"/>
          </p:nvPr>
        </p:nvSpPr>
        <p:spPr/>
        <p:txBody>
          <a:bodyPr>
            <a:normAutofit/>
          </a:bodyPr>
          <a:lstStyle/>
          <a:p>
            <a:r>
              <a:rPr kumimoji="1" lang="ja-JP" altLang="en-US" sz="1400" dirty="0" smtClean="0"/>
              <a:t>会社</a:t>
            </a:r>
            <a:r>
              <a:rPr kumimoji="1" lang="ja-JP" altLang="en-US" sz="1400" dirty="0" smtClean="0"/>
              <a:t>と学校は主</a:t>
            </a:r>
            <a:r>
              <a:rPr kumimoji="1" lang="ja-JP" altLang="en-US" sz="1400" dirty="0" smtClean="0"/>
              <a:t>なタイプ</a:t>
            </a:r>
            <a:endParaRPr kumimoji="1" lang="ja-JP" altLang="en-US" sz="1400" dirty="0" smtClean="0"/>
          </a:p>
          <a:p>
            <a:endParaRPr kumimoji="1" lang="ja-JP" altLang="en-US" sz="1400" dirty="0" smtClean="0"/>
          </a:p>
          <a:p>
            <a:pPr marL="0" indent="0">
              <a:buNone/>
            </a:pPr>
            <a:endParaRPr kumimoji="1" lang="ja-JP" altLang="en-US" sz="1400" dirty="0" smtClean="0"/>
          </a:p>
          <a:p>
            <a:pPr marL="0" indent="0">
              <a:buNone/>
            </a:pPr>
            <a:endParaRPr kumimoji="1" lang="ja-JP" altLang="en-US" sz="1400" dirty="0"/>
          </a:p>
          <a:p>
            <a:pPr marL="0" indent="0">
              <a:buNone/>
            </a:pPr>
            <a:endParaRPr kumimoji="1" lang="ja-JP" altLang="en-US" sz="1400" dirty="0" smtClean="0"/>
          </a:p>
          <a:p>
            <a:pPr marL="0" indent="0">
              <a:buNone/>
            </a:pPr>
            <a:endParaRPr kumimoji="1" lang="ja-JP" altLang="en-US" sz="1400" dirty="0"/>
          </a:p>
          <a:p>
            <a:pPr marL="0" indent="0">
              <a:buNone/>
            </a:pPr>
            <a:endParaRPr kumimoji="1" lang="ja-JP" altLang="en-US" sz="1400" dirty="0" smtClean="0"/>
          </a:p>
          <a:p>
            <a:pPr marL="0" indent="0">
              <a:buNone/>
            </a:pPr>
            <a:endParaRPr kumimoji="1" lang="ja-JP" altLang="en-US" sz="1400" dirty="0"/>
          </a:p>
          <a:p>
            <a:pPr marL="0" indent="0">
              <a:buNone/>
            </a:pPr>
            <a:endParaRPr kumimoji="1" lang="ja-JP" altLang="en-US" sz="1400" dirty="0" smtClean="0"/>
          </a:p>
          <a:p>
            <a:pPr marL="0" indent="0">
              <a:buNone/>
            </a:pPr>
            <a:r>
              <a:rPr kumimoji="1" lang="ja-JP" altLang="en-US" sz="1400" dirty="0" smtClean="0">
                <a:solidFill>
                  <a:srgbClr val="FF0000"/>
                </a:solidFill>
              </a:rPr>
              <a:t>四角形位置が正しくない</a:t>
            </a:r>
            <a:endParaRPr kumimoji="1" lang="ja-JP" altLang="en-US" sz="1400" dirty="0">
              <a:solidFill>
                <a:srgbClr val="FF0000"/>
              </a:solidFill>
            </a:endParaRPr>
          </a:p>
        </p:txBody>
      </p:sp>
      <p:sp>
        <p:nvSpPr>
          <p:cNvPr id="5" name="矩形标注 4"/>
          <p:cNvSpPr/>
          <p:nvPr/>
        </p:nvSpPr>
        <p:spPr>
          <a:xfrm>
            <a:off x="6249835" y="5174435"/>
            <a:ext cx="1608547" cy="514080"/>
          </a:xfrm>
          <a:prstGeom prst="wedgeRectCallout">
            <a:avLst>
              <a:gd name="adj1" fmla="val 28434"/>
              <a:gd name="adj2" fmla="val 118474"/>
            </a:avLst>
          </a:prstGeom>
          <a:noFill/>
        </p:spPr>
        <p:style>
          <a:lnRef idx="2">
            <a:schemeClr val="accent2"/>
          </a:lnRef>
          <a:fillRef idx="1">
            <a:schemeClr val="lt1"/>
          </a:fillRef>
          <a:effectRef idx="0">
            <a:schemeClr val="accent2"/>
          </a:effectRef>
          <a:fontRef idx="minor">
            <a:schemeClr val="dk1"/>
          </a:fontRef>
        </p:style>
        <p:txBody>
          <a:bodyPr rtlCol="0" anchor="ctr"/>
          <a:lstStyle/>
          <a:p>
            <a:pPr algn="ctr"/>
            <a:r>
              <a:rPr kumimoji="1" lang="ja-JP" altLang="en-US" sz="1200" dirty="0" smtClean="0"/>
              <a:t>テナント名から判断できないテナント（韓国語など）</a:t>
            </a:r>
          </a:p>
        </p:txBody>
      </p:sp>
      <p:sp>
        <p:nvSpPr>
          <p:cNvPr id="6" name="矩形标注 5"/>
          <p:cNvSpPr/>
          <p:nvPr/>
        </p:nvSpPr>
        <p:spPr>
          <a:xfrm>
            <a:off x="8271376" y="5174435"/>
            <a:ext cx="1608547" cy="514080"/>
          </a:xfrm>
          <a:prstGeom prst="wedgeRectCallout">
            <a:avLst>
              <a:gd name="adj1" fmla="val 28434"/>
              <a:gd name="adj2" fmla="val 118474"/>
            </a:avLst>
          </a:prstGeom>
          <a:noFill/>
        </p:spPr>
        <p:style>
          <a:lnRef idx="2">
            <a:schemeClr val="accent2"/>
          </a:lnRef>
          <a:fillRef idx="1">
            <a:schemeClr val="lt1"/>
          </a:fillRef>
          <a:effectRef idx="0">
            <a:schemeClr val="accent2"/>
          </a:effectRef>
          <a:fontRef idx="minor">
            <a:schemeClr val="dk1"/>
          </a:fontRef>
        </p:style>
        <p:txBody>
          <a:bodyPr rtlCol="0" anchor="ctr"/>
          <a:lstStyle/>
          <a:p>
            <a:pPr algn="ctr"/>
            <a:r>
              <a:rPr kumimoji="1" lang="ja-JP" altLang="en-US" sz="1200" dirty="0" smtClean="0"/>
              <a:t>教会など</a:t>
            </a:r>
            <a:endParaRPr kumimoji="1" lang="zh-CN" altLang="en-US" sz="1200" dirty="0" smtClean="0"/>
          </a:p>
        </p:txBody>
      </p:sp>
    </p:spTree>
    <p:extLst>
      <p:ext uri="{BB962C8B-B14F-4D97-AF65-F5344CB8AC3E}">
        <p14:creationId xmlns:p14="http://schemas.microsoft.com/office/powerpoint/2010/main" val="89681022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normAutofit fontScale="90000"/>
          </a:bodyPr>
          <a:lstStyle/>
          <a:p>
            <a:r>
              <a:rPr kumimoji="1" lang="en-US" altLang="zh-CN" sz="3200" dirty="0" smtClean="0"/>
              <a:t>2</a:t>
            </a:r>
            <a:r>
              <a:rPr kumimoji="1" lang="zh-CN" altLang="en-US" sz="3200" dirty="0" smtClean="0"/>
              <a:t/>
            </a:r>
            <a:br>
              <a:rPr kumimoji="1" lang="zh-CN" altLang="en-US" sz="3200" dirty="0" smtClean="0"/>
            </a:br>
            <a:r>
              <a:rPr kumimoji="1" lang="en-US" altLang="zh-CN" sz="3200" dirty="0" smtClean="0"/>
              <a:t>1</a:t>
            </a:r>
            <a:r>
              <a:rPr kumimoji="1" lang="zh-CN" altLang="en-US" sz="3200" dirty="0" smtClean="0"/>
              <a:t/>
            </a:r>
            <a:br>
              <a:rPr kumimoji="1" lang="zh-CN" altLang="en-US" sz="3200" dirty="0" smtClean="0"/>
            </a:br>
            <a:r>
              <a:rPr kumimoji="1" lang="en-US" altLang="zh-CN" sz="3200" dirty="0" smtClean="0"/>
              <a:t>1.3</a:t>
            </a:r>
            <a:r>
              <a:rPr kumimoji="1" lang="ja-JP" altLang="en-US" sz="3200" dirty="0" smtClean="0"/>
              <a:t>お客様のタイプ</a:t>
            </a:r>
            <a:endParaRPr kumimoji="1" lang="zh-CN" altLang="en-US" sz="3200" dirty="0"/>
          </a:p>
        </p:txBody>
      </p:sp>
      <p:sp>
        <p:nvSpPr>
          <p:cNvPr id="3" name="内容占位符 2"/>
          <p:cNvSpPr>
            <a:spLocks noGrp="1"/>
          </p:cNvSpPr>
          <p:nvPr>
            <p:ph idx="1"/>
          </p:nvPr>
        </p:nvSpPr>
        <p:spPr/>
        <p:txBody>
          <a:bodyPr>
            <a:normAutofit/>
          </a:bodyPr>
          <a:lstStyle/>
          <a:p>
            <a:pPr marL="0" indent="0">
              <a:buNone/>
            </a:pPr>
            <a:r>
              <a:rPr kumimoji="1" lang="ja-JP" altLang="en-US" sz="1400" dirty="0" smtClean="0"/>
              <a:t>①</a:t>
            </a:r>
            <a:r>
              <a:rPr kumimoji="1" lang="ja-JP" altLang="en-US" sz="1400" dirty="0" smtClean="0"/>
              <a:t>会社</a:t>
            </a:r>
            <a:r>
              <a:rPr kumimoji="1" lang="ja-JP" altLang="en-US" sz="1400" dirty="0" smtClean="0"/>
              <a:t>の出力総数は</a:t>
            </a:r>
            <a:r>
              <a:rPr kumimoji="1" lang="ja-JP" altLang="en-US" sz="1400" dirty="0" smtClean="0"/>
              <a:t>一番</a:t>
            </a:r>
            <a:r>
              <a:rPr kumimoji="1" lang="ja-JP" altLang="en-US" sz="1400" dirty="0" smtClean="0"/>
              <a:t>多かったですが、出力中央値が少なかった</a:t>
            </a:r>
          </a:p>
          <a:p>
            <a:pPr marL="0" indent="0">
              <a:buNone/>
            </a:pPr>
            <a:r>
              <a:rPr kumimoji="1" lang="ja-JP" altLang="en-US" sz="1400" dirty="0" smtClean="0"/>
              <a:t>　→</a:t>
            </a:r>
            <a:r>
              <a:rPr kumimoji="1" lang="ja-JP" altLang="en-US" sz="1400" dirty="0" smtClean="0"/>
              <a:t>個別</a:t>
            </a:r>
            <a:r>
              <a:rPr kumimoji="1" lang="ja-JP" altLang="en-US" sz="1400" dirty="0" smtClean="0"/>
              <a:t>会社</a:t>
            </a:r>
            <a:r>
              <a:rPr kumimoji="1" lang="ja-JP" altLang="en-US" sz="1400" dirty="0" smtClean="0"/>
              <a:t>の割合が高</a:t>
            </a:r>
            <a:r>
              <a:rPr kumimoji="1" lang="ja-JP" altLang="en-US" sz="1400" dirty="0" smtClean="0"/>
              <a:t>い</a:t>
            </a:r>
            <a:r>
              <a:rPr kumimoji="1" lang="ja-JP" altLang="en-US" sz="1400" dirty="0" smtClean="0"/>
              <a:t>からです</a:t>
            </a:r>
            <a:r>
              <a:rPr kumimoji="1" lang="ja-JP" altLang="en-US" sz="1400" dirty="0" smtClean="0"/>
              <a:t>、全体として利用頻度が高いことではない</a:t>
            </a:r>
            <a:endParaRPr kumimoji="1" lang="ja-JP" altLang="en-US" sz="1400" dirty="0" smtClean="0"/>
          </a:p>
          <a:p>
            <a:pPr marL="0" indent="0">
              <a:buNone/>
            </a:pPr>
            <a:r>
              <a:rPr kumimoji="1" lang="ja-JP" altLang="en-US" sz="1400" dirty="0" smtClean="0"/>
              <a:t>②</a:t>
            </a:r>
            <a:r>
              <a:rPr kumimoji="1" lang="ja-JP" altLang="en-US" sz="1400" dirty="0"/>
              <a:t>学校と</a:t>
            </a:r>
            <a:r>
              <a:rPr kumimoji="1" lang="ja-JP" altLang="en-US" sz="1400" dirty="0" smtClean="0"/>
              <a:t>シェアオフィス</a:t>
            </a:r>
            <a:r>
              <a:rPr kumimoji="1" lang="ja-JP" altLang="en-US" sz="1400" dirty="0" smtClean="0"/>
              <a:t>の出力総数</a:t>
            </a:r>
            <a:r>
              <a:rPr kumimoji="1" lang="ja-JP" altLang="en-US" sz="1400" dirty="0" smtClean="0"/>
              <a:t>は</a:t>
            </a:r>
            <a:r>
              <a:rPr kumimoji="1" lang="ja-JP" altLang="en-US" sz="1400" dirty="0"/>
              <a:t>会社より</a:t>
            </a:r>
            <a:r>
              <a:rPr kumimoji="1" lang="ja-JP" altLang="en-US" sz="1400" dirty="0" smtClean="0"/>
              <a:t>少な</a:t>
            </a:r>
            <a:r>
              <a:rPr kumimoji="1" lang="ja-JP" altLang="en-US" sz="1400" dirty="0" smtClean="0"/>
              <a:t>かったです</a:t>
            </a:r>
            <a:r>
              <a:rPr kumimoji="1" lang="ja-JP" altLang="en-US" sz="1400" dirty="0" smtClean="0"/>
              <a:t>が、</a:t>
            </a:r>
            <a:r>
              <a:rPr kumimoji="1" lang="ja-JP" altLang="en-US" sz="1400" dirty="0"/>
              <a:t>出力</a:t>
            </a:r>
            <a:r>
              <a:rPr kumimoji="1" lang="ja-JP" altLang="en-US" sz="1400" dirty="0" smtClean="0"/>
              <a:t>中央値</a:t>
            </a:r>
            <a:r>
              <a:rPr kumimoji="1" lang="ja-JP" altLang="en-US" sz="1400" dirty="0" smtClean="0"/>
              <a:t>が</a:t>
            </a:r>
            <a:r>
              <a:rPr kumimoji="1" lang="ja-JP" altLang="en-US" sz="1400" dirty="0"/>
              <a:t>会社</a:t>
            </a:r>
            <a:r>
              <a:rPr kumimoji="1" lang="ja-JP" altLang="en-US" sz="1400" dirty="0" smtClean="0"/>
              <a:t>より</a:t>
            </a:r>
            <a:r>
              <a:rPr kumimoji="1" lang="ja-JP" altLang="en-US" sz="1400" dirty="0" smtClean="0"/>
              <a:t>多かった</a:t>
            </a:r>
          </a:p>
          <a:p>
            <a:pPr marL="0" indent="0">
              <a:buNone/>
            </a:pPr>
            <a:r>
              <a:rPr kumimoji="1" lang="ja-JP" altLang="en-US" sz="1400" dirty="0" smtClean="0"/>
              <a:t>　</a:t>
            </a:r>
            <a:r>
              <a:rPr kumimoji="1" lang="ja-JP" altLang="en-US" sz="1400" dirty="0" smtClean="0"/>
              <a:t>→</a:t>
            </a:r>
            <a:r>
              <a:rPr kumimoji="1" lang="ja-JP" altLang="en-US" sz="1400" dirty="0" smtClean="0"/>
              <a:t>全体</a:t>
            </a:r>
            <a:r>
              <a:rPr kumimoji="1" lang="ja-JP" altLang="en-US" sz="1400" dirty="0"/>
              <a:t>として利用</a:t>
            </a:r>
            <a:r>
              <a:rPr kumimoji="1" lang="ja-JP" altLang="en-US" sz="1400" dirty="0" smtClean="0"/>
              <a:t>頻度</a:t>
            </a:r>
            <a:r>
              <a:rPr kumimoji="1" lang="ja-JP" altLang="en-US" sz="1400" dirty="0" smtClean="0"/>
              <a:t>が</a:t>
            </a:r>
            <a:r>
              <a:rPr kumimoji="1" lang="ja-JP" altLang="en-US" sz="1400" dirty="0" smtClean="0"/>
              <a:t>高い</a:t>
            </a:r>
            <a:r>
              <a:rPr kumimoji="1" lang="ja-JP" altLang="en-US" sz="1400" dirty="0" smtClean="0"/>
              <a:t>、</a:t>
            </a:r>
            <a:endParaRPr kumimoji="1" lang="ja-JP" altLang="en-US" sz="1400" dirty="0"/>
          </a:p>
          <a:p>
            <a:pPr marL="0" indent="0">
              <a:buNone/>
            </a:pPr>
            <a:endParaRPr kumimoji="1" lang="ja-JP" altLang="en-US" sz="1400" dirty="0" smtClean="0"/>
          </a:p>
          <a:p>
            <a:pPr marL="0" indent="0">
              <a:buNone/>
            </a:pPr>
            <a:endParaRPr kumimoji="1" lang="en-US" altLang="ja-JP" sz="1400" dirty="0" smtClean="0"/>
          </a:p>
          <a:p>
            <a:pPr marL="0" indent="0">
              <a:buNone/>
            </a:pPr>
            <a:r>
              <a:rPr kumimoji="1" lang="zh-CN" altLang="en-US" sz="1400" dirty="0" smtClean="0"/>
              <a:t>去掉最大值最小值 太乱了。</a:t>
            </a:r>
            <a:endParaRPr kumimoji="1" lang="en-US" altLang="ja-JP" sz="1400" dirty="0"/>
          </a:p>
          <a:p>
            <a:pPr marL="0" indent="0">
              <a:buNone/>
            </a:pPr>
            <a:r>
              <a:rPr kumimoji="1" lang="mr-IN" altLang="ja-JP" sz="1400" dirty="0" err="1"/>
              <a:t>df</a:t>
            </a:r>
            <a:r>
              <a:rPr kumimoji="1" lang="mr-IN" altLang="ja-JP" sz="1400" dirty="0"/>
              <a:t> &lt;- </a:t>
            </a:r>
            <a:r>
              <a:rPr kumimoji="1" lang="mr-IN" altLang="ja-JP" sz="1400" dirty="0" err="1"/>
              <a:t>as.data.frame</a:t>
            </a:r>
            <a:r>
              <a:rPr kumimoji="1" lang="mr-IN" altLang="ja-JP" sz="1400" dirty="0"/>
              <a:t>(</a:t>
            </a:r>
            <a:r>
              <a:rPr kumimoji="1" lang="mr-IN" altLang="ja-JP" sz="1400" dirty="0" err="1"/>
              <a:t>df</a:t>
            </a:r>
            <a:r>
              <a:rPr kumimoji="1" lang="mr-IN" altLang="ja-JP" sz="1400" dirty="0"/>
              <a:t>)[6,7,3,4,2,5,8,1]</a:t>
            </a:r>
            <a:endParaRPr kumimoji="1" lang="ja-JP" altLang="en-US" sz="1400" dirty="0" smtClean="0"/>
          </a:p>
          <a:p>
            <a:pPr marL="0" indent="0">
              <a:buNone/>
            </a:pPr>
            <a:endParaRPr kumimoji="1" lang="ja-JP" altLang="en-US" sz="1400" dirty="0" smtClean="0"/>
          </a:p>
        </p:txBody>
      </p:sp>
      <p:sp>
        <p:nvSpPr>
          <p:cNvPr id="4" name="文本框 3"/>
          <p:cNvSpPr txBox="1"/>
          <p:nvPr/>
        </p:nvSpPr>
        <p:spPr>
          <a:xfrm>
            <a:off x="2155483" y="4917440"/>
            <a:ext cx="670560" cy="461665"/>
          </a:xfrm>
          <a:prstGeom prst="rect">
            <a:avLst/>
          </a:prstGeom>
          <a:noFill/>
        </p:spPr>
        <p:txBody>
          <a:bodyPr wrap="square" rtlCol="0">
            <a:spAutoFit/>
          </a:bodyPr>
          <a:lstStyle/>
          <a:p>
            <a:r>
              <a:rPr kumimoji="1" lang="ja-JP" altLang="en-US" sz="2400" dirty="0" smtClean="0">
                <a:solidFill>
                  <a:schemeClr val="accent2"/>
                </a:solidFill>
              </a:rPr>
              <a:t>①</a:t>
            </a:r>
            <a:endParaRPr kumimoji="1" lang="zh-CN" altLang="en-US" sz="2400" dirty="0">
              <a:solidFill>
                <a:schemeClr val="accent2"/>
              </a:solidFill>
            </a:endParaRPr>
          </a:p>
        </p:txBody>
      </p:sp>
      <p:sp>
        <p:nvSpPr>
          <p:cNvPr id="5" name="文本框 4"/>
          <p:cNvSpPr txBox="1"/>
          <p:nvPr/>
        </p:nvSpPr>
        <p:spPr>
          <a:xfrm>
            <a:off x="7448843" y="4917440"/>
            <a:ext cx="670560" cy="461665"/>
          </a:xfrm>
          <a:prstGeom prst="rect">
            <a:avLst/>
          </a:prstGeom>
          <a:noFill/>
        </p:spPr>
        <p:txBody>
          <a:bodyPr wrap="square" rtlCol="0">
            <a:spAutoFit/>
          </a:bodyPr>
          <a:lstStyle/>
          <a:p>
            <a:r>
              <a:rPr kumimoji="1" lang="ja-JP" altLang="en-US" sz="2400" dirty="0" smtClean="0">
                <a:solidFill>
                  <a:schemeClr val="accent2"/>
                </a:solidFill>
              </a:rPr>
              <a:t>②</a:t>
            </a:r>
            <a:endParaRPr kumimoji="1" lang="zh-CN" altLang="en-US" sz="2400" dirty="0">
              <a:solidFill>
                <a:schemeClr val="accent2"/>
              </a:solidFill>
            </a:endParaRPr>
          </a:p>
        </p:txBody>
      </p:sp>
      <p:sp>
        <p:nvSpPr>
          <p:cNvPr id="6" name="矩形 5"/>
          <p:cNvSpPr/>
          <p:nvPr/>
        </p:nvSpPr>
        <p:spPr>
          <a:xfrm>
            <a:off x="6335444" y="5882579"/>
            <a:ext cx="2485292" cy="588767"/>
          </a:xfrm>
          <a:prstGeom prst="rect">
            <a:avLst/>
          </a:prstGeom>
        </p:spPr>
        <p:style>
          <a:lnRef idx="2">
            <a:schemeClr val="accent2"/>
          </a:lnRef>
          <a:fillRef idx="1">
            <a:schemeClr val="lt1"/>
          </a:fillRef>
          <a:effectRef idx="0">
            <a:schemeClr val="accent2"/>
          </a:effectRef>
          <a:fontRef idx="minor">
            <a:schemeClr val="dk1"/>
          </a:fontRef>
        </p:style>
        <p:txBody>
          <a:bodyPr rtlCol="0" anchor="ctr"/>
          <a:lstStyle/>
          <a:p>
            <a:r>
              <a:rPr lang="zh-CN" altLang="en-US" sz="1200" dirty="0">
                <a:solidFill>
                  <a:schemeClr val="tx1"/>
                </a:solidFill>
              </a:rPr>
              <a:t>中央</a:t>
            </a:r>
            <a:r>
              <a:rPr lang="zh-CN" altLang="en-US" sz="1200" dirty="0" smtClean="0">
                <a:solidFill>
                  <a:schemeClr val="tx1"/>
                </a:solidFill>
              </a:rPr>
              <a:t>値は大き</a:t>
            </a:r>
            <a:r>
              <a:rPr lang="zh-CN" altLang="en-US" sz="1200" dirty="0">
                <a:solidFill>
                  <a:schemeClr val="tx1"/>
                </a:solidFill>
              </a:rPr>
              <a:t>すぎる値や小さすぎる値がいくつか含まれていたとして</a:t>
            </a:r>
            <a:r>
              <a:rPr lang="zh-CN" altLang="en-US" sz="1200" dirty="0" smtClean="0">
                <a:solidFill>
                  <a:schemeClr val="tx1"/>
                </a:solidFill>
              </a:rPr>
              <a:t>もほ</a:t>
            </a:r>
            <a:r>
              <a:rPr lang="zh-CN" altLang="en-US" sz="1200" dirty="0">
                <a:solidFill>
                  <a:schemeClr val="tx1"/>
                </a:solidFill>
              </a:rPr>
              <a:t>とんど影響を受けません</a:t>
            </a:r>
            <a:endParaRPr kumimoji="1" lang="zh-CN" altLang="en-US" sz="1200" dirty="0"/>
          </a:p>
        </p:txBody>
      </p:sp>
    </p:spTree>
    <p:extLst>
      <p:ext uri="{BB962C8B-B14F-4D97-AF65-F5344CB8AC3E}">
        <p14:creationId xmlns:p14="http://schemas.microsoft.com/office/powerpoint/2010/main" val="180816239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kumimoji="1" lang="ja-JP" altLang="en-US" dirty="0" smtClean="0"/>
              <a:t>１。４ファイルタイプの比率</a:t>
            </a:r>
            <a:endParaRPr kumimoji="1" lang="zh-CN" altLang="en-US" dirty="0"/>
          </a:p>
        </p:txBody>
      </p:sp>
      <p:sp>
        <p:nvSpPr>
          <p:cNvPr id="3" name="内容占位符 2"/>
          <p:cNvSpPr>
            <a:spLocks noGrp="1"/>
          </p:cNvSpPr>
          <p:nvPr>
            <p:ph idx="1"/>
          </p:nvPr>
        </p:nvSpPr>
        <p:spPr/>
        <p:txBody>
          <a:bodyPr>
            <a:normAutofit/>
          </a:bodyPr>
          <a:lstStyle/>
          <a:p>
            <a:r>
              <a:rPr kumimoji="1" lang="ja-JP" altLang="en-US" sz="1400" dirty="0" smtClean="0"/>
              <a:t>アップロードしたファイルの中</a:t>
            </a:r>
            <a:r>
              <a:rPr kumimoji="1" lang="ja-JP" altLang="en-US" sz="1400" dirty="0" smtClean="0"/>
              <a:t>に</a:t>
            </a:r>
            <a:r>
              <a:rPr kumimoji="1" lang="ja-JP" altLang="en-US" sz="1400" dirty="0" smtClean="0"/>
              <a:t>は</a:t>
            </a:r>
            <a:r>
              <a:rPr kumimoji="1" lang="en-US" altLang="ja-JP" sz="1400" dirty="0" smtClean="0"/>
              <a:t>PDF</a:t>
            </a:r>
            <a:r>
              <a:rPr kumimoji="1" lang="ja-JP" altLang="en-US" sz="1400" dirty="0" smtClean="0"/>
              <a:t>が一番多かった</a:t>
            </a:r>
          </a:p>
          <a:p>
            <a:endParaRPr kumimoji="1" lang="ja-JP" altLang="en-US" sz="1400" dirty="0" smtClean="0"/>
          </a:p>
          <a:p>
            <a:endParaRPr kumimoji="1" lang="ja-JP" altLang="en-US" sz="1400" dirty="0"/>
          </a:p>
          <a:p>
            <a:endParaRPr kumimoji="1" lang="ja-JP" altLang="en-US" sz="1400" dirty="0" smtClean="0"/>
          </a:p>
          <a:p>
            <a:endParaRPr kumimoji="1" lang="ja-JP" altLang="en-US" sz="1400" dirty="0" smtClean="0"/>
          </a:p>
        </p:txBody>
      </p:sp>
    </p:spTree>
    <p:extLst>
      <p:ext uri="{BB962C8B-B14F-4D97-AF65-F5344CB8AC3E}">
        <p14:creationId xmlns:p14="http://schemas.microsoft.com/office/powerpoint/2010/main" val="170942482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normAutofit/>
          </a:bodyPr>
          <a:lstStyle/>
          <a:p>
            <a:r>
              <a:rPr kumimoji="1" lang="en-US" altLang="zh-CN" sz="2400" dirty="0" smtClean="0"/>
              <a:t>2</a:t>
            </a:r>
            <a:r>
              <a:rPr kumimoji="1" lang="ja-JP" altLang="en-US" sz="2400" dirty="0" smtClean="0"/>
              <a:t>利用時間帯</a:t>
            </a:r>
            <a:br>
              <a:rPr kumimoji="1" lang="ja-JP" altLang="en-US" sz="2400" dirty="0" smtClean="0"/>
            </a:br>
            <a:r>
              <a:rPr kumimoji="1" lang="ja-JP" altLang="en-US" sz="2400" dirty="0" smtClean="0"/>
              <a:t>２。</a:t>
            </a:r>
            <a:r>
              <a:rPr kumimoji="1" lang="ja-JP" altLang="en-US" sz="2400" dirty="0" smtClean="0">
                <a:solidFill>
                  <a:srgbClr val="FF0000"/>
                </a:solidFill>
              </a:rPr>
              <a:t>１アップロード</a:t>
            </a:r>
            <a:r>
              <a:rPr kumimoji="1" lang="en-US" altLang="ja-JP" sz="2400" dirty="0" smtClean="0">
                <a:solidFill>
                  <a:srgbClr val="FF0000"/>
                </a:solidFill>
              </a:rPr>
              <a:t>/</a:t>
            </a:r>
            <a:r>
              <a:rPr kumimoji="1" lang="ja-JP" altLang="en-US" sz="2400" dirty="0" smtClean="0">
                <a:solidFill>
                  <a:srgbClr val="FF0000"/>
                </a:solidFill>
              </a:rPr>
              <a:t>ダウンロードが</a:t>
            </a:r>
            <a:r>
              <a:rPr kumimoji="1" lang="ja-JP" altLang="en-US" sz="2400" dirty="0" smtClean="0"/>
              <a:t>集中する時間帯</a:t>
            </a:r>
            <a:endParaRPr kumimoji="1" lang="zh-CN" altLang="en-US" sz="2400" dirty="0"/>
          </a:p>
        </p:txBody>
      </p:sp>
      <p:sp>
        <p:nvSpPr>
          <p:cNvPr id="3" name="内容占位符 2"/>
          <p:cNvSpPr>
            <a:spLocks noGrp="1"/>
          </p:cNvSpPr>
          <p:nvPr>
            <p:ph idx="1"/>
          </p:nvPr>
        </p:nvSpPr>
        <p:spPr/>
        <p:txBody>
          <a:bodyPr>
            <a:normAutofit/>
          </a:bodyPr>
          <a:lstStyle/>
          <a:p>
            <a:r>
              <a:rPr kumimoji="1" lang="ja-JP" altLang="en-US" sz="1400" dirty="0" smtClean="0"/>
              <a:t>ファイル</a:t>
            </a:r>
            <a:endParaRPr kumimoji="1" lang="zh-CN" altLang="en-US" sz="1400" dirty="0" smtClean="0"/>
          </a:p>
          <a:p>
            <a:r>
              <a:rPr kumimoji="1" lang="zh-CN" altLang="en-US" sz="1400" dirty="0" smtClean="0"/>
              <a:t>。，，</a:t>
            </a:r>
          </a:p>
          <a:p>
            <a:endParaRPr kumimoji="1" lang="zh-CN" altLang="en-US" sz="1400" dirty="0" smtClean="0"/>
          </a:p>
          <a:p>
            <a:endParaRPr kumimoji="1" lang="zh-CN" altLang="en-US" sz="1400" dirty="0" smtClean="0"/>
          </a:p>
          <a:p>
            <a:endParaRPr kumimoji="1" lang="ja-JP" altLang="en-US" sz="1400" dirty="0"/>
          </a:p>
          <a:p>
            <a:endParaRPr kumimoji="1" lang="en-US" altLang="ja-JP" sz="1400" dirty="0" smtClean="0"/>
          </a:p>
          <a:p>
            <a:endParaRPr kumimoji="1" lang="ja-JP" altLang="en-US" sz="1400" dirty="0" smtClean="0"/>
          </a:p>
        </p:txBody>
      </p:sp>
    </p:spTree>
    <p:extLst>
      <p:ext uri="{BB962C8B-B14F-4D97-AF65-F5344CB8AC3E}">
        <p14:creationId xmlns:p14="http://schemas.microsoft.com/office/powerpoint/2010/main" val="122860489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normAutofit/>
          </a:bodyPr>
          <a:lstStyle/>
          <a:p>
            <a:r>
              <a:rPr kumimoji="1" lang="en-US" altLang="zh-CN" sz="2800" dirty="0" smtClean="0"/>
              <a:t>2</a:t>
            </a:r>
            <a:r>
              <a:rPr kumimoji="1" lang="ja-JP" altLang="en-US" sz="2800" dirty="0" smtClean="0"/>
              <a:t>利用時間帯</a:t>
            </a:r>
            <a:br>
              <a:rPr kumimoji="1" lang="ja-JP" altLang="en-US" sz="2800" dirty="0" smtClean="0"/>
            </a:br>
            <a:r>
              <a:rPr kumimoji="1" lang="ja-JP" altLang="en-US" sz="2800" dirty="0" smtClean="0"/>
              <a:t>２。</a:t>
            </a:r>
            <a:r>
              <a:rPr kumimoji="1" lang="ja-JP" altLang="en-US" sz="2800" dirty="0" smtClean="0">
                <a:solidFill>
                  <a:srgbClr val="FF0000"/>
                </a:solidFill>
              </a:rPr>
              <a:t>２時間帯別のアップロード回数</a:t>
            </a:r>
            <a:endParaRPr kumimoji="1" lang="zh-CN" altLang="en-US" sz="2800" dirty="0">
              <a:solidFill>
                <a:srgbClr val="FF0000"/>
              </a:solidFill>
            </a:endParaRPr>
          </a:p>
        </p:txBody>
      </p:sp>
      <p:sp>
        <p:nvSpPr>
          <p:cNvPr id="3" name="内容占位符 2"/>
          <p:cNvSpPr>
            <a:spLocks noGrp="1"/>
          </p:cNvSpPr>
          <p:nvPr>
            <p:ph idx="1"/>
          </p:nvPr>
        </p:nvSpPr>
        <p:spPr/>
        <p:txBody>
          <a:bodyPr>
            <a:normAutofit/>
          </a:bodyPr>
          <a:lstStyle/>
          <a:p>
            <a:r>
              <a:rPr kumimoji="1" lang="ja-JP" altLang="en-US" sz="1400" dirty="0" smtClean="0"/>
              <a:t>勤務時間外によく利用していたテナントがわかる</a:t>
            </a:r>
          </a:p>
          <a:p>
            <a:r>
              <a:rPr kumimoji="1" lang="ja-JP" altLang="en-US" sz="1400" dirty="0" smtClean="0"/>
              <a:t>特定の時間帯にあるテナントに何か問題が起これば、テナントの利用回数はテーブルにて確認できる</a:t>
            </a:r>
          </a:p>
          <a:p>
            <a:endParaRPr kumimoji="1" lang="ja-JP" altLang="en-US" sz="1400" dirty="0" smtClean="0"/>
          </a:p>
        </p:txBody>
      </p:sp>
    </p:spTree>
    <p:extLst>
      <p:ext uri="{BB962C8B-B14F-4D97-AF65-F5344CB8AC3E}">
        <p14:creationId xmlns:p14="http://schemas.microsoft.com/office/powerpoint/2010/main" val="62009714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kumimoji="1" lang="en-US" altLang="zh-CN" dirty="0" smtClean="0"/>
              <a:t>3</a:t>
            </a:r>
            <a:r>
              <a:rPr kumimoji="1" lang="ja-JP" altLang="en-US" dirty="0" smtClean="0"/>
              <a:t>解約</a:t>
            </a:r>
            <a:endParaRPr kumimoji="1" lang="zh-CN" altLang="en-US" dirty="0"/>
          </a:p>
        </p:txBody>
      </p:sp>
      <p:sp>
        <p:nvSpPr>
          <p:cNvPr id="3" name="内容占位符 2"/>
          <p:cNvSpPr>
            <a:spLocks noGrp="1"/>
          </p:cNvSpPr>
          <p:nvPr>
            <p:ph idx="1"/>
          </p:nvPr>
        </p:nvSpPr>
        <p:spPr/>
        <p:txBody>
          <a:bodyPr>
            <a:normAutofit/>
          </a:bodyPr>
          <a:lstStyle/>
          <a:p>
            <a:r>
              <a:rPr kumimoji="1" lang="ja-JP" altLang="en-US" sz="1400" dirty="0" smtClean="0"/>
              <a:t>①。。。</a:t>
            </a:r>
            <a:endParaRPr kumimoji="1" lang="zh-CN" altLang="en-US" sz="1400" dirty="0" smtClean="0"/>
          </a:p>
          <a:p>
            <a:r>
              <a:rPr kumimoji="1" lang="ja-JP" altLang="en-US" sz="1400" dirty="0" smtClean="0"/>
              <a:t>②解約したテナントがほとんどサービスを使っていなかった</a:t>
            </a:r>
          </a:p>
          <a:p>
            <a:endParaRPr kumimoji="1" lang="zh-CN" altLang="en-US" sz="1400" dirty="0" smtClean="0"/>
          </a:p>
          <a:p>
            <a:endParaRPr kumimoji="1" lang="zh-CN" altLang="en-US" sz="1400" dirty="0" smtClean="0"/>
          </a:p>
          <a:p>
            <a:pPr marL="0" indent="0">
              <a:buNone/>
            </a:pPr>
            <a:endParaRPr kumimoji="1" lang="ja-JP" altLang="en-US" sz="1400" dirty="0" smtClean="0"/>
          </a:p>
        </p:txBody>
      </p:sp>
      <p:sp>
        <p:nvSpPr>
          <p:cNvPr id="4" name="矩形 3"/>
          <p:cNvSpPr/>
          <p:nvPr/>
        </p:nvSpPr>
        <p:spPr>
          <a:xfrm>
            <a:off x="5015345" y="3200400"/>
            <a:ext cx="2244437" cy="2923309"/>
          </a:xfrm>
          <a:prstGeom prst="rect">
            <a:avLst/>
          </a:prstGeom>
        </p:spPr>
        <p:style>
          <a:lnRef idx="2">
            <a:schemeClr val="accent2"/>
          </a:lnRef>
          <a:fillRef idx="1">
            <a:schemeClr val="lt1"/>
          </a:fillRef>
          <a:effectRef idx="0">
            <a:schemeClr val="accent2"/>
          </a:effectRef>
          <a:fontRef idx="minor">
            <a:schemeClr val="dk1"/>
          </a:fontRef>
        </p:style>
        <p:txBody>
          <a:bodyPr rtlCol="0" anchor="ctr"/>
          <a:lstStyle/>
          <a:p>
            <a:r>
              <a:rPr kumimoji="1" lang="ja-JP" altLang="en-US" dirty="0" smtClean="0"/>
              <a:t>　　アップ　　ダウン</a:t>
            </a:r>
            <a:endParaRPr kumimoji="1" lang="zh-CN" altLang="en-US" dirty="0"/>
          </a:p>
        </p:txBody>
      </p:sp>
      <p:sp>
        <p:nvSpPr>
          <p:cNvPr id="5" name="矩形 4"/>
          <p:cNvSpPr/>
          <p:nvPr/>
        </p:nvSpPr>
        <p:spPr>
          <a:xfrm>
            <a:off x="9573491" y="3269673"/>
            <a:ext cx="789709" cy="845127"/>
          </a:xfrm>
          <a:prstGeom prst="rect">
            <a:avLst/>
          </a:prstGeom>
        </p:spPr>
        <p:style>
          <a:lnRef idx="2">
            <a:schemeClr val="accent2"/>
          </a:lnRef>
          <a:fillRef idx="1">
            <a:schemeClr val="lt1"/>
          </a:fillRef>
          <a:effectRef idx="0">
            <a:schemeClr val="accent2"/>
          </a:effectRef>
          <a:fontRef idx="minor">
            <a:schemeClr val="dk1"/>
          </a:fontRef>
        </p:style>
        <p:txBody>
          <a:bodyPr rtlCol="0" anchor="ctr"/>
          <a:lstStyle/>
          <a:p>
            <a:pPr algn="ctr"/>
            <a:endParaRPr kumimoji="1" lang="zh-CN" altLang="en-US"/>
          </a:p>
        </p:txBody>
      </p:sp>
      <p:sp>
        <p:nvSpPr>
          <p:cNvPr id="6" name="文本框 5"/>
          <p:cNvSpPr txBox="1"/>
          <p:nvPr/>
        </p:nvSpPr>
        <p:spPr>
          <a:xfrm>
            <a:off x="9130145" y="2900341"/>
            <a:ext cx="443346" cy="369332"/>
          </a:xfrm>
          <a:prstGeom prst="rect">
            <a:avLst/>
          </a:prstGeom>
          <a:noFill/>
        </p:spPr>
        <p:txBody>
          <a:bodyPr wrap="square" rtlCol="0">
            <a:spAutoFit/>
          </a:bodyPr>
          <a:lstStyle/>
          <a:p>
            <a:r>
              <a:rPr kumimoji="1" lang="ja-JP" altLang="en-US" dirty="0" smtClean="0">
                <a:solidFill>
                  <a:schemeClr val="accent2"/>
                </a:solidFill>
              </a:rPr>
              <a:t>①</a:t>
            </a:r>
            <a:endParaRPr kumimoji="1" lang="zh-CN" altLang="en-US" dirty="0">
              <a:solidFill>
                <a:schemeClr val="accent2"/>
              </a:solidFill>
            </a:endParaRPr>
          </a:p>
        </p:txBody>
      </p:sp>
      <p:sp>
        <p:nvSpPr>
          <p:cNvPr id="7" name="文本框 6"/>
          <p:cNvSpPr txBox="1"/>
          <p:nvPr/>
        </p:nvSpPr>
        <p:spPr>
          <a:xfrm>
            <a:off x="4571999" y="2880797"/>
            <a:ext cx="443346" cy="369332"/>
          </a:xfrm>
          <a:prstGeom prst="rect">
            <a:avLst/>
          </a:prstGeom>
          <a:noFill/>
        </p:spPr>
        <p:txBody>
          <a:bodyPr wrap="square" rtlCol="0">
            <a:spAutoFit/>
          </a:bodyPr>
          <a:lstStyle/>
          <a:p>
            <a:r>
              <a:rPr kumimoji="1" lang="ja-JP" altLang="en-US" dirty="0" smtClean="0">
                <a:solidFill>
                  <a:schemeClr val="accent2"/>
                </a:solidFill>
              </a:rPr>
              <a:t>②</a:t>
            </a:r>
          </a:p>
        </p:txBody>
      </p:sp>
    </p:spTree>
    <p:extLst>
      <p:ext uri="{BB962C8B-B14F-4D97-AF65-F5344CB8AC3E}">
        <p14:creationId xmlns:p14="http://schemas.microsoft.com/office/powerpoint/2010/main" val="30493421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kumimoji="1" lang="en-US" altLang="zh-CN" dirty="0" smtClean="0"/>
              <a:t>3</a:t>
            </a:r>
            <a:r>
              <a:rPr kumimoji="1" lang="ja-JP" altLang="en-US" dirty="0" smtClean="0"/>
              <a:t>まとめ</a:t>
            </a:r>
            <a:endParaRPr kumimoji="1" lang="zh-CN" altLang="en-US" dirty="0"/>
          </a:p>
        </p:txBody>
      </p:sp>
      <p:sp>
        <p:nvSpPr>
          <p:cNvPr id="3" name="内容占位符 2"/>
          <p:cNvSpPr>
            <a:spLocks noGrp="1"/>
          </p:cNvSpPr>
          <p:nvPr>
            <p:ph idx="1"/>
          </p:nvPr>
        </p:nvSpPr>
        <p:spPr/>
        <p:txBody>
          <a:bodyPr>
            <a:normAutofit fontScale="92500" lnSpcReduction="20000"/>
          </a:bodyPr>
          <a:lstStyle/>
          <a:p>
            <a:endParaRPr kumimoji="1" lang="ja-JP" altLang="en-US" sz="1400" dirty="0" smtClean="0">
              <a:solidFill>
                <a:schemeClr val="accent2"/>
              </a:solidFill>
            </a:endParaRPr>
          </a:p>
          <a:p>
            <a:r>
              <a:rPr kumimoji="1" lang="ja-JP" altLang="en-US" sz="1400" dirty="0" smtClean="0"/>
              <a:t>プリントツール</a:t>
            </a:r>
            <a:r>
              <a:rPr kumimoji="1" lang="ja-JP" altLang="en-US" sz="1400" dirty="0" smtClean="0">
                <a:solidFill>
                  <a:srgbClr val="FF0000"/>
                </a:solidFill>
              </a:rPr>
              <a:t>と共用ユーザー</a:t>
            </a:r>
            <a:r>
              <a:rPr kumimoji="1" lang="en-US" altLang="ja-JP" sz="1400" dirty="0" smtClean="0">
                <a:solidFill>
                  <a:srgbClr val="FF0000"/>
                </a:solidFill>
              </a:rPr>
              <a:t>Web</a:t>
            </a:r>
            <a:r>
              <a:rPr kumimoji="1" lang="ja-JP" altLang="en-US" sz="1400" dirty="0" smtClean="0">
                <a:solidFill>
                  <a:srgbClr val="FF0000"/>
                </a:solidFill>
              </a:rPr>
              <a:t>がよく利用されて</a:t>
            </a:r>
            <a:r>
              <a:rPr kumimoji="1" lang="ja-JP" altLang="en-US" sz="1400" dirty="0" smtClean="0"/>
              <a:t>いるクライアント</a:t>
            </a:r>
          </a:p>
          <a:p>
            <a:pPr marL="0" indent="0">
              <a:buNone/>
            </a:pPr>
            <a:r>
              <a:rPr kumimoji="1" lang="ja-JP" altLang="en-US" sz="1400" dirty="0" smtClean="0"/>
              <a:t>　　既存顧客を。。。</a:t>
            </a:r>
          </a:p>
          <a:p>
            <a:r>
              <a:rPr kumimoji="1" lang="ja-JP" altLang="en-US" sz="1400" dirty="0" smtClean="0"/>
              <a:t>→プリントツールと</a:t>
            </a:r>
            <a:r>
              <a:rPr kumimoji="1" lang="ja-JP" altLang="en-US" sz="1400" dirty="0" smtClean="0">
                <a:solidFill>
                  <a:schemeClr val="accent2"/>
                </a:solidFill>
              </a:rPr>
              <a:t>共用ユーザー</a:t>
            </a:r>
            <a:r>
              <a:rPr kumimoji="1" lang="en-US" altLang="ja-JP" sz="1400" dirty="0" smtClean="0">
                <a:solidFill>
                  <a:schemeClr val="accent2"/>
                </a:solidFill>
              </a:rPr>
              <a:t>Web</a:t>
            </a:r>
            <a:r>
              <a:rPr kumimoji="1" lang="ja-JP" altLang="en-US" sz="1400" dirty="0" smtClean="0"/>
              <a:t>による</a:t>
            </a:r>
            <a:r>
              <a:rPr kumimoji="1" lang="en-US" altLang="ja-JP" sz="1400" dirty="0" smtClean="0"/>
              <a:t>AR</a:t>
            </a:r>
          </a:p>
          <a:p>
            <a:r>
              <a:rPr kumimoji="1" lang="ja-JP" altLang="en-US" sz="1400" dirty="0" smtClean="0"/>
              <a:t>→</a:t>
            </a:r>
          </a:p>
          <a:p>
            <a:pPr marL="0" indent="0">
              <a:buNone/>
            </a:pPr>
            <a:endParaRPr kumimoji="1" lang="ja-JP" altLang="en-US" sz="1400" dirty="0" smtClean="0"/>
          </a:p>
          <a:p>
            <a:pPr marL="0" indent="0">
              <a:buNone/>
            </a:pPr>
            <a:r>
              <a:rPr kumimoji="1" lang="ja-JP" altLang="en-US" sz="1400" dirty="0" smtClean="0"/>
              <a:t>ユーザー</a:t>
            </a:r>
            <a:r>
              <a:rPr kumimoji="1" lang="en-US" altLang="ja-JP" sz="1400" dirty="0" smtClean="0"/>
              <a:t>Web</a:t>
            </a:r>
            <a:r>
              <a:rPr kumimoji="1" lang="ja-JP" altLang="en-US" sz="1400" dirty="0" smtClean="0"/>
              <a:t>の利用が少ない</a:t>
            </a:r>
            <a:r>
              <a:rPr kumimoji="1" lang="ja-JP" altLang="en-US" sz="1400" dirty="0"/>
              <a:t>　</a:t>
            </a:r>
            <a:r>
              <a:rPr kumimoji="1" lang="ja-JP" altLang="en-US" sz="1400" dirty="0" smtClean="0"/>
              <a:t>　</a:t>
            </a:r>
          </a:p>
          <a:p>
            <a:pPr marL="0" indent="0">
              <a:buNone/>
            </a:pPr>
            <a:r>
              <a:rPr kumimoji="1" lang="ja-JP" altLang="en-US" sz="1400" dirty="0" smtClean="0"/>
              <a:t>会社で文。。。</a:t>
            </a:r>
            <a:endParaRPr kumimoji="1" lang="en-US" altLang="ja-JP" sz="1400" dirty="0"/>
          </a:p>
          <a:p>
            <a:r>
              <a:rPr kumimoji="1" lang="en-US" altLang="ja-JP" sz="1400" dirty="0" smtClean="0"/>
              <a:t>(</a:t>
            </a:r>
            <a:r>
              <a:rPr kumimoji="1" lang="ja-JP" altLang="en-US" sz="1400" dirty="0" smtClean="0"/>
              <a:t>外出先の契約が必要など</a:t>
            </a:r>
            <a:r>
              <a:rPr kumimoji="1" lang="en-US" altLang="ja-JP" sz="1400" dirty="0" smtClean="0"/>
              <a:t>)</a:t>
            </a:r>
            <a:endParaRPr kumimoji="1" lang="ja-JP" altLang="en-US" sz="1400" dirty="0" smtClean="0"/>
          </a:p>
          <a:p>
            <a:r>
              <a:rPr kumimoji="1" lang="ja-JP" altLang="en-US" sz="1400" strike="sngStrike" dirty="0" smtClean="0"/>
              <a:t>シェアオフィスのお客様に向け</a:t>
            </a:r>
            <a:endParaRPr kumimoji="1" lang="en-US" altLang="ja-JP" sz="1400" strike="sngStrike" dirty="0" smtClean="0"/>
          </a:p>
          <a:p>
            <a:endParaRPr kumimoji="1" lang="ja-JP" altLang="en-US" sz="1400" dirty="0" smtClean="0"/>
          </a:p>
          <a:p>
            <a:pPr marL="0" indent="0">
              <a:buNone/>
            </a:pPr>
            <a:endParaRPr kumimoji="1" lang="ja-JP" altLang="en-US" sz="1400" dirty="0">
              <a:solidFill>
                <a:schemeClr val="accent2"/>
              </a:solidFill>
            </a:endParaRPr>
          </a:p>
          <a:p>
            <a:endParaRPr kumimoji="1" lang="ja-JP" altLang="en-US" sz="1400" dirty="0" smtClean="0">
              <a:solidFill>
                <a:schemeClr val="accent2"/>
              </a:solidFill>
            </a:endParaRPr>
          </a:p>
          <a:p>
            <a:r>
              <a:rPr kumimoji="1" lang="ja-JP" altLang="en-US" sz="1400" dirty="0" smtClean="0">
                <a:solidFill>
                  <a:schemeClr val="accent2"/>
                </a:solidFill>
              </a:rPr>
              <a:t>シェアオフィス</a:t>
            </a:r>
            <a:r>
              <a:rPr kumimoji="1" lang="en-US" altLang="ja-JP" sz="1400" dirty="0" smtClean="0">
                <a:solidFill>
                  <a:schemeClr val="accent2"/>
                </a:solidFill>
              </a:rPr>
              <a:t>/</a:t>
            </a:r>
            <a:r>
              <a:rPr kumimoji="1" lang="ja-JP" altLang="en-US" sz="1400" smtClean="0">
                <a:solidFill>
                  <a:schemeClr val="accent2"/>
                </a:solidFill>
              </a:rPr>
              <a:t>学校の</a:t>
            </a:r>
            <a:r>
              <a:rPr kumimoji="1" lang="ja-JP" altLang="en-US" sz="1400" dirty="0" smtClean="0">
                <a:solidFill>
                  <a:schemeClr val="accent2"/>
                </a:solidFill>
              </a:rPr>
              <a:t>出力のニーズが高い</a:t>
            </a:r>
          </a:p>
          <a:p>
            <a:pPr marL="0" indent="0">
              <a:buNone/>
            </a:pPr>
            <a:r>
              <a:rPr kumimoji="1" lang="ja-JP" altLang="en-US" sz="1400" dirty="0" smtClean="0"/>
              <a:t>　　会社テナントの出力総数が一番ですが、全体としてシェアオフィス</a:t>
            </a:r>
            <a:r>
              <a:rPr kumimoji="1" lang="en-US" altLang="ja-JP" sz="1400" dirty="0" smtClean="0"/>
              <a:t>/</a:t>
            </a:r>
            <a:r>
              <a:rPr kumimoji="1" lang="ja-JP" altLang="en-US" sz="1400" dirty="0" smtClean="0">
                <a:solidFill>
                  <a:schemeClr val="accent2"/>
                </a:solidFill>
              </a:rPr>
              <a:t>学校</a:t>
            </a:r>
            <a:r>
              <a:rPr kumimoji="1" lang="ja-JP" altLang="en-US" sz="1400" dirty="0" smtClean="0">
                <a:solidFill>
                  <a:schemeClr val="accent2"/>
                </a:solidFill>
              </a:rPr>
              <a:t>の</a:t>
            </a:r>
            <a:r>
              <a:rPr kumimoji="1" lang="ja-JP" altLang="en-US" sz="1400" dirty="0" smtClean="0">
                <a:solidFill>
                  <a:schemeClr val="accent2"/>
                </a:solidFill>
              </a:rPr>
              <a:t>利用</a:t>
            </a:r>
            <a:r>
              <a:rPr kumimoji="1" lang="ja-JP" altLang="en-US" sz="1400" dirty="0" smtClean="0"/>
              <a:t>頻度が会社より高い</a:t>
            </a:r>
          </a:p>
          <a:p>
            <a:pPr marL="0" indent="0">
              <a:buNone/>
            </a:pPr>
            <a:r>
              <a:rPr kumimoji="1" lang="ja-JP" altLang="en-US" sz="1400" dirty="0"/>
              <a:t>　</a:t>
            </a:r>
            <a:r>
              <a:rPr kumimoji="1" lang="ja-JP" altLang="en-US" sz="1400" dirty="0" smtClean="0"/>
              <a:t>　→長期利用の可能性が会社より高い</a:t>
            </a:r>
          </a:p>
          <a:p>
            <a:pPr marL="0" indent="0">
              <a:buNone/>
            </a:pPr>
            <a:endParaRPr kumimoji="1" lang="ja-JP" altLang="en-US" sz="1400" dirty="0"/>
          </a:p>
          <a:p>
            <a:pPr marL="0" indent="0">
              <a:buNone/>
            </a:pPr>
            <a:endParaRPr kumimoji="1" lang="ja-JP" altLang="en-US" sz="1400" dirty="0" smtClean="0">
              <a:solidFill>
                <a:schemeClr val="accent2"/>
              </a:solidFill>
            </a:endParaRPr>
          </a:p>
        </p:txBody>
      </p:sp>
    </p:spTree>
    <p:extLst>
      <p:ext uri="{BB962C8B-B14F-4D97-AF65-F5344CB8AC3E}">
        <p14:creationId xmlns:p14="http://schemas.microsoft.com/office/powerpoint/2010/main" val="42646838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kumimoji="1" lang="en-US" altLang="zh-CN" dirty="0" smtClean="0"/>
              <a:t>3</a:t>
            </a:r>
            <a:r>
              <a:rPr kumimoji="1" lang="ja-JP" altLang="en-US" dirty="0" smtClean="0"/>
              <a:t>提案</a:t>
            </a:r>
            <a:endParaRPr kumimoji="1" lang="zh-CN" altLang="en-US" dirty="0"/>
          </a:p>
        </p:txBody>
      </p:sp>
      <p:sp>
        <p:nvSpPr>
          <p:cNvPr id="3" name="内容占位符 2"/>
          <p:cNvSpPr>
            <a:spLocks noGrp="1"/>
          </p:cNvSpPr>
          <p:nvPr>
            <p:ph idx="1"/>
          </p:nvPr>
        </p:nvSpPr>
        <p:spPr/>
        <p:txBody>
          <a:bodyPr>
            <a:normAutofit/>
          </a:bodyPr>
          <a:lstStyle/>
          <a:p>
            <a:endParaRPr kumimoji="1" lang="ja-JP" altLang="en-US" sz="1400" dirty="0" smtClean="0">
              <a:solidFill>
                <a:schemeClr val="accent2"/>
              </a:solidFill>
            </a:endParaRPr>
          </a:p>
          <a:p>
            <a:r>
              <a:rPr kumimoji="1" lang="ja-JP" altLang="en-US" sz="1400" dirty="0" smtClean="0">
                <a:solidFill>
                  <a:schemeClr val="accent2"/>
                </a:solidFill>
              </a:rPr>
              <a:t>っ</a:t>
            </a:r>
            <a:r>
              <a:rPr kumimoji="1" lang="en-US" altLang="ja-JP" sz="1400" dirty="0" smtClean="0">
                <a:solidFill>
                  <a:schemeClr val="accent2"/>
                </a:solidFill>
              </a:rPr>
              <a:t>f</a:t>
            </a:r>
            <a:endParaRPr kumimoji="1" lang="ja-JP" altLang="en-US" sz="1400" dirty="0" smtClean="0">
              <a:solidFill>
                <a:schemeClr val="accent2"/>
              </a:solidFill>
            </a:endParaRPr>
          </a:p>
          <a:p>
            <a:endParaRPr kumimoji="1" lang="ja-JP" altLang="en-US" sz="1400" dirty="0">
              <a:solidFill>
                <a:schemeClr val="accent2"/>
              </a:solidFill>
            </a:endParaRPr>
          </a:p>
          <a:p>
            <a:r>
              <a:rPr kumimoji="1" lang="ja-JP" altLang="en-US" sz="1400" dirty="0" smtClean="0">
                <a:solidFill>
                  <a:schemeClr val="accent2"/>
                </a:solidFill>
              </a:rPr>
              <a:t>。。</a:t>
            </a:r>
            <a:endParaRPr kumimoji="1" lang="ja-JP" altLang="en-US" sz="1400" dirty="0">
              <a:solidFill>
                <a:schemeClr val="accent2"/>
              </a:solidFill>
            </a:endParaRPr>
          </a:p>
          <a:p>
            <a:pPr marL="0" indent="0">
              <a:buNone/>
            </a:pPr>
            <a:endParaRPr kumimoji="1" lang="ja-JP" altLang="en-US" sz="1400" dirty="0" smtClean="0"/>
          </a:p>
          <a:p>
            <a:pPr marL="0" indent="0">
              <a:buNone/>
            </a:pPr>
            <a:endParaRPr kumimoji="1" lang="ja-JP" altLang="en-US" sz="1400" dirty="0"/>
          </a:p>
          <a:p>
            <a:pPr marL="0" indent="0">
              <a:buNone/>
            </a:pPr>
            <a:endParaRPr kumimoji="1" lang="ja-JP" altLang="en-US" sz="1400" dirty="0" smtClean="0"/>
          </a:p>
          <a:p>
            <a:pPr marL="0" indent="0">
              <a:buNone/>
            </a:pPr>
            <a:endParaRPr kumimoji="1" lang="ja-JP" altLang="en-US" sz="1400" dirty="0"/>
          </a:p>
          <a:p>
            <a:pPr marL="0" indent="0">
              <a:buNone/>
            </a:pPr>
            <a:r>
              <a:rPr kumimoji="1" lang="ja-JP" altLang="en-US" sz="1400" dirty="0" smtClean="0">
                <a:solidFill>
                  <a:schemeClr val="accent2"/>
                </a:solidFill>
              </a:rPr>
              <a:t>その他：テナントを登録する際にお客様のタイプも記入する</a:t>
            </a:r>
          </a:p>
          <a:p>
            <a:pPr marL="0" indent="0">
              <a:buNone/>
            </a:pPr>
            <a:r>
              <a:rPr kumimoji="1" lang="ja-JP" altLang="en-US" sz="1400" dirty="0"/>
              <a:t>　</a:t>
            </a:r>
            <a:r>
              <a:rPr kumimoji="1" lang="ja-JP" altLang="en-US" sz="1400" dirty="0" smtClean="0"/>
              <a:t>・今後のデータ集計、分析などに役に立つ（より正確な結果を出せる）</a:t>
            </a:r>
          </a:p>
          <a:p>
            <a:pPr marL="0" indent="0">
              <a:buNone/>
            </a:pPr>
            <a:r>
              <a:rPr kumimoji="1" lang="ja-JP" altLang="en-US" sz="1400" dirty="0"/>
              <a:t>　</a:t>
            </a:r>
            <a:r>
              <a:rPr kumimoji="1" lang="ja-JP" altLang="en-US" sz="1400" dirty="0" smtClean="0"/>
              <a:t>　</a:t>
            </a:r>
          </a:p>
          <a:p>
            <a:pPr marL="0" indent="0">
              <a:buNone/>
            </a:pPr>
            <a:endParaRPr kumimoji="1" lang="ja-JP" altLang="en-US" sz="1400" dirty="0" smtClean="0"/>
          </a:p>
        </p:txBody>
      </p:sp>
    </p:spTree>
    <p:extLst>
      <p:ext uri="{BB962C8B-B14F-4D97-AF65-F5344CB8AC3E}">
        <p14:creationId xmlns:p14="http://schemas.microsoft.com/office/powerpoint/2010/main" val="1440410390"/>
      </p:ext>
    </p:extLst>
  </p:cSld>
  <p:clrMapOvr>
    <a:masterClrMapping/>
  </p:clrMapOvr>
</p:sld>
</file>

<file path=ppt/theme/theme1.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4412</TotalTime>
  <Words>376</Words>
  <Application>Microsoft Macintosh PowerPoint</Application>
  <PresentationFormat>宽屏</PresentationFormat>
  <Paragraphs>132</Paragraphs>
  <Slides>13</Slides>
  <Notes>8</Notes>
  <HiddenSlides>0</HiddenSlides>
  <MMClips>0</MMClips>
  <ScaleCrop>false</ScaleCrop>
  <HeadingPairs>
    <vt:vector size="6" baseType="variant">
      <vt:variant>
        <vt:lpstr>已用的字体</vt:lpstr>
      </vt:variant>
      <vt:variant>
        <vt:i4>7</vt:i4>
      </vt:variant>
      <vt:variant>
        <vt:lpstr>主题</vt:lpstr>
      </vt:variant>
      <vt:variant>
        <vt:i4>1</vt:i4>
      </vt:variant>
      <vt:variant>
        <vt:lpstr>幻灯片标题</vt:lpstr>
      </vt:variant>
      <vt:variant>
        <vt:i4>13</vt:i4>
      </vt:variant>
    </vt:vector>
  </HeadingPairs>
  <TitlesOfParts>
    <vt:vector size="21" baseType="lpstr">
      <vt:lpstr>Calibri</vt:lpstr>
      <vt:lpstr>Calibri Light</vt:lpstr>
      <vt:lpstr>Hiragino Maru Gothic Pro W4</vt:lpstr>
      <vt:lpstr>Mangal</vt:lpstr>
      <vt:lpstr>ＭＳ Ｐゴシック</vt:lpstr>
      <vt:lpstr>宋体</vt:lpstr>
      <vt:lpstr>Arial</vt:lpstr>
      <vt:lpstr>Office 主题</vt:lpstr>
      <vt:lpstr>１関連技術紹介</vt:lpstr>
      <vt:lpstr>２集計結果</vt:lpstr>
      <vt:lpstr>２集計結果</vt:lpstr>
      <vt:lpstr>１ １。２アップロード・ダウンロード方式の比率</vt:lpstr>
      <vt:lpstr>１ １。２アップロード・ダウンロード方式の比率</vt:lpstr>
      <vt:lpstr>2 1 1.3お客様のタイプ</vt:lpstr>
      <vt:lpstr>2 1 1.3お客様のタイプ</vt:lpstr>
      <vt:lpstr>１。４ファイルタイプの比率</vt:lpstr>
      <vt:lpstr>2利用時間帯 ２。１アップロード/ダウンロードが集中する時間帯</vt:lpstr>
      <vt:lpstr>2利用時間帯 ２。２時間帯別のアップロード回数</vt:lpstr>
      <vt:lpstr>3解約</vt:lpstr>
      <vt:lpstr>3まとめ</vt:lpstr>
      <vt:lpstr>3提案</vt:lpstr>
    </vt:vector>
  </TitlesOfParts>
  <Company/>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演示文稿</dc:title>
  <dc:creator>satie1019@163.com</dc:creator>
  <cp:lastModifiedBy>satie1019@163.com</cp:lastModifiedBy>
  <cp:revision>106</cp:revision>
  <dcterms:created xsi:type="dcterms:W3CDTF">2019-06-16T01:40:43Z</dcterms:created>
  <dcterms:modified xsi:type="dcterms:W3CDTF">2019-06-24T15:27:12Z</dcterms:modified>
</cp:coreProperties>
</file>