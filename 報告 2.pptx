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60" r:id="rId5"/>
    <p:sldId id="259" r:id="rId6"/>
    <p:sldId id="261"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5664"/>
  </p:normalViewPr>
  <p:slideViewPr>
    <p:cSldViewPr snapToGrid="0" snapToObjects="1">
      <p:cViewPr varScale="1">
        <p:scale>
          <a:sx n="95" d="100"/>
          <a:sy n="95" d="100"/>
        </p:scale>
        <p:origin x="200" y="7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theme" Target="theme/theme1.xml"/><Relationship Id="rId12"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059E4C-6302-0540-A3E2-527CA25091F9}" type="datetimeFigureOut">
              <a:rPr kumimoji="1" lang="zh-CN" altLang="en-US" smtClean="0"/>
              <a:t>2019/6/16</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smtClean="0"/>
              <a:t>单击此处编辑母版文本样式</a:t>
            </a:r>
          </a:p>
          <a:p>
            <a:pPr lvl="1"/>
            <a:r>
              <a:rPr kumimoji="1" lang="ja-JP" altLang="en-US" smtClean="0"/>
              <a:t>二级</a:t>
            </a:r>
          </a:p>
          <a:p>
            <a:pPr lvl="2"/>
            <a:r>
              <a:rPr kumimoji="1" lang="ja-JP" altLang="en-US" smtClean="0"/>
              <a:t>三级</a:t>
            </a:r>
          </a:p>
          <a:p>
            <a:pPr lvl="3"/>
            <a:r>
              <a:rPr kumimoji="1" lang="ja-JP" altLang="en-US" smtClean="0"/>
              <a:t>四级</a:t>
            </a:r>
          </a:p>
          <a:p>
            <a:pPr lvl="4"/>
            <a:r>
              <a:rPr kumimoji="1" lang="ja-JP" altLang="en-US" smtClean="0"/>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64CCEA-A774-1142-A266-FC2353F5D32A}" type="slidenum">
              <a:rPr kumimoji="1" lang="zh-CN" altLang="en-US" smtClean="0"/>
              <a:t>‹#›</a:t>
            </a:fld>
            <a:endParaRPr kumimoji="1" lang="zh-CN" altLang="en-US"/>
          </a:p>
        </p:txBody>
      </p:sp>
    </p:spTree>
    <p:extLst>
      <p:ext uri="{BB962C8B-B14F-4D97-AF65-F5344CB8AC3E}">
        <p14:creationId xmlns:p14="http://schemas.microsoft.com/office/powerpoint/2010/main" val="626639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7064CCEA-A774-1142-A266-FC2353F5D32A}" type="slidenum">
              <a:rPr kumimoji="1" lang="zh-CN" altLang="en-US" smtClean="0"/>
              <a:t>2</a:t>
            </a:fld>
            <a:endParaRPr kumimoji="1" lang="zh-CN" altLang="en-US"/>
          </a:p>
        </p:txBody>
      </p:sp>
    </p:spTree>
    <p:extLst>
      <p:ext uri="{BB962C8B-B14F-4D97-AF65-F5344CB8AC3E}">
        <p14:creationId xmlns:p14="http://schemas.microsoft.com/office/powerpoint/2010/main" val="6701875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smtClean="0"/>
              <a:t>单击此处编辑母版标题样式</a:t>
            </a:r>
            <a:endParaRPr kumimoji="1"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smtClean="0"/>
              <a:t>单击此处编辑母版副标题样式</a:t>
            </a:r>
            <a:endParaRPr kumimoji="1" lang="zh-CN" altLang="en-US"/>
          </a:p>
        </p:txBody>
      </p:sp>
      <p:sp>
        <p:nvSpPr>
          <p:cNvPr id="4" name="日期占位符 3"/>
          <p:cNvSpPr>
            <a:spLocks noGrp="1"/>
          </p:cNvSpPr>
          <p:nvPr>
            <p:ph type="dt" sz="half" idx="10"/>
          </p:nvPr>
        </p:nvSpPr>
        <p:spPr/>
        <p:txBody>
          <a:bodyPr/>
          <a:lstStyle/>
          <a:p>
            <a:fld id="{0B710F46-BC24-784E-80C8-A6CFFD34AF82}" type="datetimeFigureOut">
              <a:rPr kumimoji="1" lang="zh-CN" altLang="en-US" smtClean="0"/>
              <a:t>2019/6/16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C64D2EE3-4096-204F-A4F0-F2BBD87B4097}" type="slidenum">
              <a:rPr kumimoji="1" lang="zh-CN" altLang="en-US" smtClean="0"/>
              <a:t>‹#›</a:t>
            </a:fld>
            <a:endParaRPr kumimoji="1" lang="zh-CN" altLang="en-US"/>
          </a:p>
        </p:txBody>
      </p:sp>
    </p:spTree>
    <p:extLst>
      <p:ext uri="{BB962C8B-B14F-4D97-AF65-F5344CB8AC3E}">
        <p14:creationId xmlns:p14="http://schemas.microsoft.com/office/powerpoint/2010/main" val="1099458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内容占位符 2"/>
          <p:cNvSpPr>
            <a:spLocks noGrp="1"/>
          </p:cNvSpPr>
          <p:nvPr>
            <p:ph idx="1"/>
          </p:nvPr>
        </p:nvSpPr>
        <p:spPr/>
        <p:txBody>
          <a:bodyPr/>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4" name="日期占位符 3"/>
          <p:cNvSpPr>
            <a:spLocks noGrp="1"/>
          </p:cNvSpPr>
          <p:nvPr>
            <p:ph type="dt" sz="half" idx="10"/>
          </p:nvPr>
        </p:nvSpPr>
        <p:spPr/>
        <p:txBody>
          <a:bodyPr/>
          <a:lstStyle/>
          <a:p>
            <a:fld id="{0B710F46-BC24-784E-80C8-A6CFFD34AF82}" type="datetimeFigureOut">
              <a:rPr kumimoji="1" lang="zh-CN" altLang="en-US" smtClean="0"/>
              <a:t>2019/6/16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C64D2EE3-4096-204F-A4F0-F2BBD87B4097}" type="slidenum">
              <a:rPr kumimoji="1" lang="zh-CN" altLang="en-US" smtClean="0"/>
              <a:t>‹#›</a:t>
            </a:fld>
            <a:endParaRPr kumimoji="1" lang="zh-CN" altLang="en-US"/>
          </a:p>
        </p:txBody>
      </p:sp>
    </p:spTree>
    <p:extLst>
      <p:ext uri="{BB962C8B-B14F-4D97-AF65-F5344CB8AC3E}">
        <p14:creationId xmlns:p14="http://schemas.microsoft.com/office/powerpoint/2010/main" val="50978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ja-JP" altLang="en-US" smtClean="0"/>
              <a:t>单击此处编辑母版标题样式</a:t>
            </a:r>
            <a:endParaRPr kumimoji="1"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smtClean="0"/>
              <a:t>单击此处编辑母版文本样式</a:t>
            </a:r>
          </a:p>
        </p:txBody>
      </p:sp>
      <p:sp>
        <p:nvSpPr>
          <p:cNvPr id="4" name="日期占位符 3"/>
          <p:cNvSpPr>
            <a:spLocks noGrp="1"/>
          </p:cNvSpPr>
          <p:nvPr>
            <p:ph type="dt" sz="half" idx="10"/>
          </p:nvPr>
        </p:nvSpPr>
        <p:spPr/>
        <p:txBody>
          <a:bodyPr/>
          <a:lstStyle/>
          <a:p>
            <a:fld id="{0B710F46-BC24-784E-80C8-A6CFFD34AF82}" type="datetimeFigureOut">
              <a:rPr kumimoji="1" lang="zh-CN" altLang="en-US" smtClean="0"/>
              <a:t>2019/6/16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C64D2EE3-4096-204F-A4F0-F2BBD87B4097}" type="slidenum">
              <a:rPr kumimoji="1" lang="zh-CN" altLang="en-US" smtClean="0"/>
              <a:t>‹#›</a:t>
            </a:fld>
            <a:endParaRPr kumimoji="1" lang="zh-CN" altLang="en-US"/>
          </a:p>
        </p:txBody>
      </p:sp>
    </p:spTree>
    <p:extLst>
      <p:ext uri="{BB962C8B-B14F-4D97-AF65-F5344CB8AC3E}">
        <p14:creationId xmlns:p14="http://schemas.microsoft.com/office/powerpoint/2010/main" val="306951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ja-JP" altLang="en-US" smtClean="0"/>
              <a:t>单击此处编辑母版标题样式</a:t>
            </a:r>
            <a:endParaRPr kumimoji="1" lang="zh-CN" altLang="en-US"/>
          </a:p>
        </p:txBody>
      </p:sp>
      <p:sp>
        <p:nvSpPr>
          <p:cNvPr id="3" name="内容占位符 2"/>
          <p:cNvSpPr>
            <a:spLocks noGrp="1"/>
          </p:cNvSpPr>
          <p:nvPr>
            <p:ph sz="half" idx="1"/>
          </p:nvPr>
        </p:nvSpPr>
        <p:spPr>
          <a:xfrm>
            <a:off x="838200" y="1825625"/>
            <a:ext cx="5181600" cy="4351338"/>
          </a:xfrm>
        </p:spPr>
        <p:txBody>
          <a:bodyPr/>
          <a:lstStyle/>
          <a:p>
            <a:pPr lvl="0"/>
            <a:r>
              <a:rPr kumimoji="1" lang="ja-JP" altLang="en-US" smtClean="0"/>
              <a:t>单击此处编辑母版文本样式</a:t>
            </a:r>
          </a:p>
          <a:p>
            <a:pPr lvl="1"/>
            <a:r>
              <a:rPr kumimoji="1" lang="ja-JP" altLang="en-US" smtClean="0"/>
              <a:t>二级</a:t>
            </a:r>
          </a:p>
          <a:p>
            <a:pPr lvl="2"/>
            <a:r>
              <a:rPr kumimoji="1" lang="ja-JP" altLang="en-US" smtClean="0"/>
              <a:t>三级</a:t>
            </a:r>
          </a:p>
          <a:p>
            <a:pPr lvl="3"/>
            <a:r>
              <a:rPr kumimoji="1" lang="ja-JP" altLang="en-US" smtClean="0"/>
              <a:t>四级</a:t>
            </a:r>
          </a:p>
          <a:p>
            <a:pPr lvl="4"/>
            <a:r>
              <a:rPr kumimoji="1" lang="ja-JP" altLang="en-US" smtClean="0"/>
              <a:t>五级</a:t>
            </a:r>
            <a:endParaRPr kumimoji="1" lang="zh-CN" altLang="en-US"/>
          </a:p>
        </p:txBody>
      </p:sp>
      <p:sp>
        <p:nvSpPr>
          <p:cNvPr id="4" name="内容占位符 3"/>
          <p:cNvSpPr>
            <a:spLocks noGrp="1"/>
          </p:cNvSpPr>
          <p:nvPr>
            <p:ph sz="half" idx="2"/>
          </p:nvPr>
        </p:nvSpPr>
        <p:spPr>
          <a:xfrm>
            <a:off x="6172200" y="1825625"/>
            <a:ext cx="5181600" cy="4351338"/>
          </a:xfrm>
        </p:spPr>
        <p:txBody>
          <a:bodyPr/>
          <a:lstStyle/>
          <a:p>
            <a:pPr lvl="0"/>
            <a:r>
              <a:rPr kumimoji="1" lang="ja-JP" altLang="en-US" smtClean="0"/>
              <a:t>单击此处编辑母版文本样式</a:t>
            </a:r>
          </a:p>
          <a:p>
            <a:pPr lvl="1"/>
            <a:r>
              <a:rPr kumimoji="1" lang="ja-JP" altLang="en-US" smtClean="0"/>
              <a:t>二级</a:t>
            </a:r>
          </a:p>
          <a:p>
            <a:pPr lvl="2"/>
            <a:r>
              <a:rPr kumimoji="1" lang="ja-JP" altLang="en-US" smtClean="0"/>
              <a:t>三级</a:t>
            </a:r>
          </a:p>
          <a:p>
            <a:pPr lvl="3"/>
            <a:r>
              <a:rPr kumimoji="1" lang="ja-JP" altLang="en-US" smtClean="0"/>
              <a:t>四级</a:t>
            </a:r>
          </a:p>
          <a:p>
            <a:pPr lvl="4"/>
            <a:r>
              <a:rPr kumimoji="1" lang="ja-JP" altLang="en-US" smtClean="0"/>
              <a:t>五级</a:t>
            </a:r>
            <a:endParaRPr kumimoji="1" lang="zh-CN" altLang="en-US"/>
          </a:p>
        </p:txBody>
      </p:sp>
      <p:sp>
        <p:nvSpPr>
          <p:cNvPr id="5" name="日期占位符 4"/>
          <p:cNvSpPr>
            <a:spLocks noGrp="1"/>
          </p:cNvSpPr>
          <p:nvPr>
            <p:ph type="dt" sz="half" idx="10"/>
          </p:nvPr>
        </p:nvSpPr>
        <p:spPr/>
        <p:txBody>
          <a:bodyPr/>
          <a:lstStyle/>
          <a:p>
            <a:fld id="{0B710F46-BC24-784E-80C8-A6CFFD34AF82}" type="datetimeFigureOut">
              <a:rPr kumimoji="1" lang="zh-CN" altLang="en-US" smtClean="0"/>
              <a:t>2019/6/16</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C64D2EE3-4096-204F-A4F0-F2BBD87B4097}" type="slidenum">
              <a:rPr kumimoji="1" lang="zh-CN" altLang="en-US" smtClean="0"/>
              <a:t>‹#›</a:t>
            </a:fld>
            <a:endParaRPr kumimoji="1" lang="zh-CN" altLang="en-US"/>
          </a:p>
        </p:txBody>
      </p:sp>
    </p:spTree>
    <p:extLst>
      <p:ext uri="{BB962C8B-B14F-4D97-AF65-F5344CB8AC3E}">
        <p14:creationId xmlns:p14="http://schemas.microsoft.com/office/powerpoint/2010/main" val="677720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ja-JP" altLang="en-US" smtClean="0"/>
              <a:t>单击此处编辑母版标题样式</a:t>
            </a:r>
            <a:endParaRPr kumimoji="1"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ja-JP" altLang="en-US" smtClean="0"/>
              <a:t>单击此处编辑母版文本样式</a:t>
            </a:r>
          </a:p>
          <a:p>
            <a:pPr lvl="1"/>
            <a:r>
              <a:rPr kumimoji="1" lang="ja-JP" altLang="en-US" smtClean="0"/>
              <a:t>二级</a:t>
            </a:r>
          </a:p>
          <a:p>
            <a:pPr lvl="2"/>
            <a:r>
              <a:rPr kumimoji="1" lang="ja-JP" altLang="en-US" smtClean="0"/>
              <a:t>三级</a:t>
            </a:r>
          </a:p>
          <a:p>
            <a:pPr lvl="3"/>
            <a:r>
              <a:rPr kumimoji="1" lang="ja-JP" altLang="en-US" smtClean="0"/>
              <a:t>四级</a:t>
            </a:r>
          </a:p>
          <a:p>
            <a:pPr lvl="4"/>
            <a:r>
              <a:rPr kumimoji="1" lang="ja-JP" altLang="en-US" smtClean="0"/>
              <a:t>五级</a:t>
            </a:r>
            <a:endParaRPr kumimoji="1"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ja-JP" altLang="en-US" smtClean="0"/>
              <a:t>单击此处编辑母版文本样式</a:t>
            </a:r>
          </a:p>
          <a:p>
            <a:pPr lvl="1"/>
            <a:r>
              <a:rPr kumimoji="1" lang="ja-JP" altLang="en-US" smtClean="0"/>
              <a:t>二级</a:t>
            </a:r>
          </a:p>
          <a:p>
            <a:pPr lvl="2"/>
            <a:r>
              <a:rPr kumimoji="1" lang="ja-JP" altLang="en-US" smtClean="0"/>
              <a:t>三级</a:t>
            </a:r>
          </a:p>
          <a:p>
            <a:pPr lvl="3"/>
            <a:r>
              <a:rPr kumimoji="1" lang="ja-JP" altLang="en-US" smtClean="0"/>
              <a:t>四级</a:t>
            </a:r>
          </a:p>
          <a:p>
            <a:pPr lvl="4"/>
            <a:r>
              <a:rPr kumimoji="1" lang="ja-JP" altLang="en-US" smtClean="0"/>
              <a:t>五级</a:t>
            </a:r>
            <a:endParaRPr kumimoji="1" lang="zh-CN" altLang="en-US"/>
          </a:p>
        </p:txBody>
      </p:sp>
      <p:sp>
        <p:nvSpPr>
          <p:cNvPr id="7" name="日期占位符 6"/>
          <p:cNvSpPr>
            <a:spLocks noGrp="1"/>
          </p:cNvSpPr>
          <p:nvPr>
            <p:ph type="dt" sz="half" idx="10"/>
          </p:nvPr>
        </p:nvSpPr>
        <p:spPr/>
        <p:txBody>
          <a:bodyPr/>
          <a:lstStyle/>
          <a:p>
            <a:fld id="{0B710F46-BC24-784E-80C8-A6CFFD34AF82}" type="datetimeFigureOut">
              <a:rPr kumimoji="1" lang="zh-CN" altLang="en-US" smtClean="0"/>
              <a:t>2019/6/16</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幻灯片编号占位符 8"/>
          <p:cNvSpPr>
            <a:spLocks noGrp="1"/>
          </p:cNvSpPr>
          <p:nvPr>
            <p:ph type="sldNum" sz="quarter" idx="12"/>
          </p:nvPr>
        </p:nvSpPr>
        <p:spPr/>
        <p:txBody>
          <a:bodyPr/>
          <a:lstStyle/>
          <a:p>
            <a:fld id="{C64D2EE3-4096-204F-A4F0-F2BBD87B4097}" type="slidenum">
              <a:rPr kumimoji="1" lang="zh-CN" altLang="en-US" smtClean="0"/>
              <a:t>‹#›</a:t>
            </a:fld>
            <a:endParaRPr kumimoji="1" lang="zh-CN" altLang="en-US"/>
          </a:p>
        </p:txBody>
      </p:sp>
    </p:spTree>
    <p:extLst>
      <p:ext uri="{BB962C8B-B14F-4D97-AF65-F5344CB8AC3E}">
        <p14:creationId xmlns:p14="http://schemas.microsoft.com/office/powerpoint/2010/main" val="190658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ja-JP" altLang="en-US" smtClean="0"/>
              <a:t>单击此处编辑母版标题样式</a:t>
            </a:r>
            <a:endParaRPr kumimoji="1" lang="zh-CN" altLang="en-US"/>
          </a:p>
        </p:txBody>
      </p:sp>
      <p:sp>
        <p:nvSpPr>
          <p:cNvPr id="3" name="日期占位符 2"/>
          <p:cNvSpPr>
            <a:spLocks noGrp="1"/>
          </p:cNvSpPr>
          <p:nvPr>
            <p:ph type="dt" sz="half" idx="10"/>
          </p:nvPr>
        </p:nvSpPr>
        <p:spPr/>
        <p:txBody>
          <a:bodyPr/>
          <a:lstStyle/>
          <a:p>
            <a:fld id="{0B710F46-BC24-784E-80C8-A6CFFD34AF82}" type="datetimeFigureOut">
              <a:rPr kumimoji="1" lang="zh-CN" altLang="en-US" smtClean="0"/>
              <a:t>2019/6/16</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C64D2EE3-4096-204F-A4F0-F2BBD87B4097}" type="slidenum">
              <a:rPr kumimoji="1" lang="zh-CN" altLang="en-US" smtClean="0"/>
              <a:t>‹#›</a:t>
            </a:fld>
            <a:endParaRPr kumimoji="1" lang="zh-CN" altLang="en-US"/>
          </a:p>
        </p:txBody>
      </p:sp>
    </p:spTree>
    <p:extLst>
      <p:ext uri="{BB962C8B-B14F-4D97-AF65-F5344CB8AC3E}">
        <p14:creationId xmlns:p14="http://schemas.microsoft.com/office/powerpoint/2010/main" val="355656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710F46-BC24-784E-80C8-A6CFFD34AF82}" type="datetimeFigureOut">
              <a:rPr kumimoji="1" lang="zh-CN" altLang="en-US" smtClean="0"/>
              <a:t>2019/6/16</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C64D2EE3-4096-204F-A4F0-F2BBD87B4097}" type="slidenum">
              <a:rPr kumimoji="1" lang="zh-CN" altLang="en-US" smtClean="0"/>
              <a:t>‹#›</a:t>
            </a:fld>
            <a:endParaRPr kumimoji="1" lang="zh-CN" altLang="en-US"/>
          </a:p>
        </p:txBody>
      </p:sp>
    </p:spTree>
    <p:extLst>
      <p:ext uri="{BB962C8B-B14F-4D97-AF65-F5344CB8AC3E}">
        <p14:creationId xmlns:p14="http://schemas.microsoft.com/office/powerpoint/2010/main" val="1079856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ja-JP" altLang="en-US" smtClean="0"/>
              <a:t>单击此处编辑母版标题样式</a:t>
            </a:r>
            <a:endParaRPr kumimoji="1"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单击此处编辑母版文本样式</a:t>
            </a:r>
          </a:p>
          <a:p>
            <a:pPr lvl="1"/>
            <a:r>
              <a:rPr kumimoji="1" lang="ja-JP" altLang="en-US" smtClean="0"/>
              <a:t>二级</a:t>
            </a:r>
          </a:p>
          <a:p>
            <a:pPr lvl="2"/>
            <a:r>
              <a:rPr kumimoji="1" lang="ja-JP" altLang="en-US" smtClean="0"/>
              <a:t>三级</a:t>
            </a:r>
          </a:p>
          <a:p>
            <a:pPr lvl="3"/>
            <a:r>
              <a:rPr kumimoji="1" lang="ja-JP" altLang="en-US" smtClean="0"/>
              <a:t>四级</a:t>
            </a:r>
          </a:p>
          <a:p>
            <a:pPr lvl="4"/>
            <a:r>
              <a:rPr kumimoji="1" lang="ja-JP" altLang="en-US" smtClean="0"/>
              <a:t>五级</a:t>
            </a:r>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单击此处编辑母版文本样式</a:t>
            </a:r>
          </a:p>
        </p:txBody>
      </p:sp>
      <p:sp>
        <p:nvSpPr>
          <p:cNvPr id="5" name="日期占位符 4"/>
          <p:cNvSpPr>
            <a:spLocks noGrp="1"/>
          </p:cNvSpPr>
          <p:nvPr>
            <p:ph type="dt" sz="half" idx="10"/>
          </p:nvPr>
        </p:nvSpPr>
        <p:spPr/>
        <p:txBody>
          <a:bodyPr/>
          <a:lstStyle/>
          <a:p>
            <a:fld id="{0B710F46-BC24-784E-80C8-A6CFFD34AF82}" type="datetimeFigureOut">
              <a:rPr kumimoji="1" lang="zh-CN" altLang="en-US" smtClean="0"/>
              <a:t>2019/6/16</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C64D2EE3-4096-204F-A4F0-F2BBD87B4097}" type="slidenum">
              <a:rPr kumimoji="1" lang="zh-CN" altLang="en-US" smtClean="0"/>
              <a:t>‹#›</a:t>
            </a:fld>
            <a:endParaRPr kumimoji="1" lang="zh-CN" altLang="en-US"/>
          </a:p>
        </p:txBody>
      </p:sp>
    </p:spTree>
    <p:extLst>
      <p:ext uri="{BB962C8B-B14F-4D97-AF65-F5344CB8AC3E}">
        <p14:creationId xmlns:p14="http://schemas.microsoft.com/office/powerpoint/2010/main" val="763087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ja-JP" altLang="en-US" smtClean="0"/>
              <a:t>单击此处编辑母版标题样式</a:t>
            </a:r>
            <a:endParaRPr kumimoji="1"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单击此处编辑母版文本样式</a:t>
            </a:r>
          </a:p>
        </p:txBody>
      </p:sp>
      <p:sp>
        <p:nvSpPr>
          <p:cNvPr id="5" name="日期占位符 4"/>
          <p:cNvSpPr>
            <a:spLocks noGrp="1"/>
          </p:cNvSpPr>
          <p:nvPr>
            <p:ph type="dt" sz="half" idx="10"/>
          </p:nvPr>
        </p:nvSpPr>
        <p:spPr/>
        <p:txBody>
          <a:bodyPr/>
          <a:lstStyle/>
          <a:p>
            <a:fld id="{0B710F46-BC24-784E-80C8-A6CFFD34AF82}" type="datetimeFigureOut">
              <a:rPr kumimoji="1" lang="zh-CN" altLang="en-US" smtClean="0"/>
              <a:t>2019/6/16</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C64D2EE3-4096-204F-A4F0-F2BBD87B4097}" type="slidenum">
              <a:rPr kumimoji="1" lang="zh-CN" altLang="en-US" smtClean="0"/>
              <a:t>‹#›</a:t>
            </a:fld>
            <a:endParaRPr kumimoji="1" lang="zh-CN" altLang="en-US"/>
          </a:p>
        </p:txBody>
      </p:sp>
    </p:spTree>
    <p:extLst>
      <p:ext uri="{BB962C8B-B14F-4D97-AF65-F5344CB8AC3E}">
        <p14:creationId xmlns:p14="http://schemas.microsoft.com/office/powerpoint/2010/main" val="447121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ja-JP" altLang="en-US" smtClean="0"/>
              <a:t>单击此处编辑母版标题样式</a:t>
            </a:r>
            <a:endParaRPr kumimoji="1" lang="zh-CN" altLang="en-US"/>
          </a:p>
        </p:txBody>
      </p:sp>
      <p:sp>
        <p:nvSpPr>
          <p:cNvPr id="3" name="竖排文本占位符 2"/>
          <p:cNvSpPr>
            <a:spLocks noGrp="1"/>
          </p:cNvSpPr>
          <p:nvPr>
            <p:ph type="body" orient="vert" idx="1"/>
          </p:nvPr>
        </p:nvSpPr>
        <p:spPr/>
        <p:txBody>
          <a:bodyPr vert="eaVert"/>
          <a:lstStyle/>
          <a:p>
            <a:pPr lvl="0"/>
            <a:r>
              <a:rPr kumimoji="1" lang="ja-JP" altLang="en-US" smtClean="0"/>
              <a:t>单击此处编辑母版文本样式</a:t>
            </a:r>
          </a:p>
          <a:p>
            <a:pPr lvl="1"/>
            <a:r>
              <a:rPr kumimoji="1" lang="ja-JP" altLang="en-US" smtClean="0"/>
              <a:t>二级</a:t>
            </a:r>
          </a:p>
          <a:p>
            <a:pPr lvl="2"/>
            <a:r>
              <a:rPr kumimoji="1" lang="ja-JP" altLang="en-US" smtClean="0"/>
              <a:t>三级</a:t>
            </a:r>
          </a:p>
          <a:p>
            <a:pPr lvl="3"/>
            <a:r>
              <a:rPr kumimoji="1" lang="ja-JP" altLang="en-US" smtClean="0"/>
              <a:t>四级</a:t>
            </a:r>
          </a:p>
          <a:p>
            <a:pPr lvl="4"/>
            <a:r>
              <a:rPr kumimoji="1" lang="ja-JP" altLang="en-US" smtClean="0"/>
              <a:t>五级</a:t>
            </a:r>
            <a:endParaRPr kumimoji="1" lang="zh-CN" altLang="en-US"/>
          </a:p>
        </p:txBody>
      </p:sp>
      <p:sp>
        <p:nvSpPr>
          <p:cNvPr id="4" name="日期占位符 3"/>
          <p:cNvSpPr>
            <a:spLocks noGrp="1"/>
          </p:cNvSpPr>
          <p:nvPr>
            <p:ph type="dt" sz="half" idx="10"/>
          </p:nvPr>
        </p:nvSpPr>
        <p:spPr/>
        <p:txBody>
          <a:bodyPr/>
          <a:lstStyle/>
          <a:p>
            <a:fld id="{0B710F46-BC24-784E-80C8-A6CFFD34AF82}" type="datetimeFigureOut">
              <a:rPr kumimoji="1" lang="zh-CN" altLang="en-US" smtClean="0"/>
              <a:t>2019/6/16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C64D2EE3-4096-204F-A4F0-F2BBD87B4097}" type="slidenum">
              <a:rPr kumimoji="1" lang="zh-CN" altLang="en-US" smtClean="0"/>
              <a:t>‹#›</a:t>
            </a:fld>
            <a:endParaRPr kumimoji="1" lang="zh-CN" altLang="en-US"/>
          </a:p>
        </p:txBody>
      </p:sp>
    </p:spTree>
    <p:extLst>
      <p:ext uri="{BB962C8B-B14F-4D97-AF65-F5344CB8AC3E}">
        <p14:creationId xmlns:p14="http://schemas.microsoft.com/office/powerpoint/2010/main" val="725517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ja-JP" altLang="en-US" smtClean="0"/>
              <a:t>单击此处编辑母版标题样式</a:t>
            </a:r>
            <a:endParaRPr kumimoji="1" lang="zh-CN" altLang="en-US"/>
          </a:p>
        </p:txBody>
      </p:sp>
      <p:sp>
        <p:nvSpPr>
          <p:cNvPr id="3" name="竖排文本占位符 2"/>
          <p:cNvSpPr>
            <a:spLocks noGrp="1"/>
          </p:cNvSpPr>
          <p:nvPr>
            <p:ph type="body" orient="vert" idx="1"/>
          </p:nvPr>
        </p:nvSpPr>
        <p:spPr>
          <a:xfrm>
            <a:off x="838200" y="365125"/>
            <a:ext cx="7734300" cy="5811838"/>
          </a:xfrm>
        </p:spPr>
        <p:txBody>
          <a:bodyPr vert="eaVert"/>
          <a:lstStyle/>
          <a:p>
            <a:pPr lvl="0"/>
            <a:r>
              <a:rPr kumimoji="1" lang="ja-JP" altLang="en-US" smtClean="0"/>
              <a:t>单击此处编辑母版文本样式</a:t>
            </a:r>
          </a:p>
          <a:p>
            <a:pPr lvl="1"/>
            <a:r>
              <a:rPr kumimoji="1" lang="ja-JP" altLang="en-US" smtClean="0"/>
              <a:t>二级</a:t>
            </a:r>
          </a:p>
          <a:p>
            <a:pPr lvl="2"/>
            <a:r>
              <a:rPr kumimoji="1" lang="ja-JP" altLang="en-US" smtClean="0"/>
              <a:t>三级</a:t>
            </a:r>
          </a:p>
          <a:p>
            <a:pPr lvl="3"/>
            <a:r>
              <a:rPr kumimoji="1" lang="ja-JP" altLang="en-US" smtClean="0"/>
              <a:t>四级</a:t>
            </a:r>
          </a:p>
          <a:p>
            <a:pPr lvl="4"/>
            <a:r>
              <a:rPr kumimoji="1" lang="ja-JP" altLang="en-US" smtClean="0"/>
              <a:t>五级</a:t>
            </a:r>
            <a:endParaRPr kumimoji="1" lang="zh-CN" altLang="en-US"/>
          </a:p>
        </p:txBody>
      </p:sp>
      <p:sp>
        <p:nvSpPr>
          <p:cNvPr id="4" name="日期占位符 3"/>
          <p:cNvSpPr>
            <a:spLocks noGrp="1"/>
          </p:cNvSpPr>
          <p:nvPr>
            <p:ph type="dt" sz="half" idx="10"/>
          </p:nvPr>
        </p:nvSpPr>
        <p:spPr/>
        <p:txBody>
          <a:bodyPr/>
          <a:lstStyle/>
          <a:p>
            <a:fld id="{0B710F46-BC24-784E-80C8-A6CFFD34AF82}" type="datetimeFigureOut">
              <a:rPr kumimoji="1" lang="zh-CN" altLang="en-US" smtClean="0"/>
              <a:t>2019/6/16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C64D2EE3-4096-204F-A4F0-F2BBD87B4097}" type="slidenum">
              <a:rPr kumimoji="1" lang="zh-CN" altLang="en-US" smtClean="0"/>
              <a:t>‹#›</a:t>
            </a:fld>
            <a:endParaRPr kumimoji="1" lang="zh-CN" altLang="en-US"/>
          </a:p>
        </p:txBody>
      </p:sp>
    </p:spTree>
    <p:extLst>
      <p:ext uri="{BB962C8B-B14F-4D97-AF65-F5344CB8AC3E}">
        <p14:creationId xmlns:p14="http://schemas.microsoft.com/office/powerpoint/2010/main" val="361180728"/>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smtClean="0"/>
              <a:t>单击此处编辑母版标题样式</a:t>
            </a:r>
            <a:endParaRPr kumimoji="1"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710F46-BC24-784E-80C8-A6CFFD34AF82}" type="datetimeFigureOut">
              <a:rPr kumimoji="1" lang="zh-CN" altLang="en-US" smtClean="0"/>
              <a:t>2019/6/16</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4D2EE3-4096-204F-A4F0-F2BBD87B4097}" type="slidenum">
              <a:rPr kumimoji="1" lang="zh-CN" altLang="en-US" smtClean="0"/>
              <a:t>‹#›</a:t>
            </a:fld>
            <a:endParaRPr kumimoji="1" lang="zh-CN" altLang="en-US"/>
          </a:p>
        </p:txBody>
      </p:sp>
    </p:spTree>
    <p:extLst>
      <p:ext uri="{BB962C8B-B14F-4D97-AF65-F5344CB8AC3E}">
        <p14:creationId xmlns:p14="http://schemas.microsoft.com/office/powerpoint/2010/main" val="13958595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kumimoji="1" lang="zh-CN" altLang="en-US"/>
          </a:p>
        </p:txBody>
      </p:sp>
      <p:sp>
        <p:nvSpPr>
          <p:cNvPr id="3" name="副标题 2"/>
          <p:cNvSpPr>
            <a:spLocks noGrp="1"/>
          </p:cNvSpPr>
          <p:nvPr>
            <p:ph type="subTitle" idx="1"/>
          </p:nvPr>
        </p:nvSpPr>
        <p:spPr/>
        <p:txBody>
          <a:bodyPr/>
          <a:lstStyle/>
          <a:p>
            <a:endParaRPr kumimoji="1" lang="zh-CN" altLang="en-US"/>
          </a:p>
        </p:txBody>
      </p:sp>
    </p:spTree>
    <p:extLst>
      <p:ext uri="{BB962C8B-B14F-4D97-AF65-F5344CB8AC3E}">
        <p14:creationId xmlns:p14="http://schemas.microsoft.com/office/powerpoint/2010/main" val="1647290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dirty="0"/>
          </a:p>
        </p:txBody>
      </p:sp>
      <p:sp>
        <p:nvSpPr>
          <p:cNvPr id="3" name="内容占位符 2"/>
          <p:cNvSpPr>
            <a:spLocks noGrp="1"/>
          </p:cNvSpPr>
          <p:nvPr>
            <p:ph idx="1"/>
          </p:nvPr>
        </p:nvSpPr>
        <p:spPr/>
        <p:txBody>
          <a:bodyPr>
            <a:normAutofit/>
          </a:bodyPr>
          <a:lstStyle/>
          <a:p>
            <a:r>
              <a:rPr kumimoji="1" lang="ja-JP" altLang="en-US" sz="1400" dirty="0" smtClean="0"/>
              <a:t>テナントごとの利用頻度と</a:t>
            </a:r>
            <a:r>
              <a:rPr kumimoji="1" lang="ja-JP" altLang="en-US" sz="1400" dirty="0" smtClean="0"/>
              <a:t>クライアントごとの利用頻度を確認できる</a:t>
            </a:r>
            <a:endParaRPr kumimoji="1" lang="ja-JP" altLang="en-US" sz="1400" dirty="0" smtClean="0"/>
          </a:p>
          <a:p>
            <a:r>
              <a:rPr kumimoji="1" lang="ja-JP" altLang="en-US" sz="1400" dirty="0" smtClean="0">
                <a:solidFill>
                  <a:srgbClr val="FF0000"/>
                </a:solidFill>
              </a:rPr>
              <a:t>上位１０の中では大学の割合（</a:t>
            </a:r>
            <a:r>
              <a:rPr kumimoji="1" lang="en-US" altLang="ja-JP" sz="1400" dirty="0" smtClean="0">
                <a:solidFill>
                  <a:srgbClr val="FF0000"/>
                </a:solidFill>
              </a:rPr>
              <a:t>6/10</a:t>
            </a:r>
            <a:r>
              <a:rPr kumimoji="1" lang="ja-JP" altLang="en-US" sz="1400" dirty="0" smtClean="0">
                <a:solidFill>
                  <a:srgbClr val="FF0000"/>
                </a:solidFill>
              </a:rPr>
              <a:t>）が一番、会社（</a:t>
            </a:r>
            <a:r>
              <a:rPr kumimoji="1" lang="en-US" altLang="ja-JP" sz="1400" dirty="0" smtClean="0">
                <a:solidFill>
                  <a:srgbClr val="FF0000"/>
                </a:solidFill>
              </a:rPr>
              <a:t>2</a:t>
            </a:r>
            <a:r>
              <a:rPr kumimoji="1" lang="ja-JP" altLang="en-US" sz="1400" dirty="0" smtClean="0">
                <a:solidFill>
                  <a:srgbClr val="FF0000"/>
                </a:solidFill>
              </a:rPr>
              <a:t>）とシェアオフィス（</a:t>
            </a:r>
            <a:r>
              <a:rPr kumimoji="1" lang="en-US" altLang="ja-JP" sz="1400" dirty="0" smtClean="0">
                <a:solidFill>
                  <a:srgbClr val="FF0000"/>
                </a:solidFill>
              </a:rPr>
              <a:t>2</a:t>
            </a:r>
            <a:r>
              <a:rPr kumimoji="1" lang="ja-JP" altLang="en-US" sz="1400" dirty="0" smtClean="0">
                <a:solidFill>
                  <a:srgbClr val="FF0000"/>
                </a:solidFill>
              </a:rPr>
              <a:t>）の利用も</a:t>
            </a:r>
            <a:r>
              <a:rPr lang="ja-JP" altLang="en-US" sz="1400" b="1" dirty="0" smtClean="0">
                <a:solidFill>
                  <a:srgbClr val="FF0000"/>
                </a:solidFill>
              </a:rPr>
              <a:t>頻繁</a:t>
            </a:r>
            <a:endParaRPr kumimoji="1" lang="ja-JP" altLang="en-US" sz="1400" dirty="0" smtClean="0">
              <a:solidFill>
                <a:srgbClr val="FF0000"/>
              </a:solidFill>
            </a:endParaRPr>
          </a:p>
          <a:p>
            <a:r>
              <a:rPr kumimoji="1" lang="ja-JP" altLang="en-US" sz="1400" dirty="0" smtClean="0"/>
              <a:t>会社とシェアオフィスでは主にプリントツールを利用している、ユーザー</a:t>
            </a:r>
            <a:r>
              <a:rPr kumimoji="1" lang="en-US" altLang="ja-JP" sz="1400" dirty="0" smtClean="0"/>
              <a:t>Web</a:t>
            </a:r>
            <a:r>
              <a:rPr kumimoji="1" lang="ja-JP" altLang="en-US" sz="1400" dirty="0" smtClean="0"/>
              <a:t>の利用がほどんどない</a:t>
            </a:r>
          </a:p>
          <a:p>
            <a:r>
              <a:rPr kumimoji="1" lang="ja-JP" altLang="en-US" sz="1400" dirty="0" smtClean="0"/>
              <a:t>携帯端末は大学ではよく利用されている</a:t>
            </a:r>
          </a:p>
          <a:p>
            <a:endParaRPr kumimoji="1" lang="ja-JP" altLang="en-US" sz="1400" dirty="0"/>
          </a:p>
          <a:p>
            <a:endParaRPr kumimoji="1" lang="ja-JP" altLang="en-US" sz="1400" dirty="0" smtClean="0"/>
          </a:p>
          <a:p>
            <a:endParaRPr kumimoji="1" lang="ja-JP" altLang="en-US" sz="1400" dirty="0"/>
          </a:p>
          <a:p>
            <a:endParaRPr kumimoji="1" lang="ja-JP" altLang="en-US" sz="1400" dirty="0" smtClean="0"/>
          </a:p>
          <a:p>
            <a:endParaRPr kumimoji="1" lang="zh-CN" altLang="en-US" sz="1400" dirty="0"/>
          </a:p>
        </p:txBody>
      </p:sp>
      <p:sp>
        <p:nvSpPr>
          <p:cNvPr id="4" name="矩形标注 3"/>
          <p:cNvSpPr/>
          <p:nvPr/>
        </p:nvSpPr>
        <p:spPr>
          <a:xfrm>
            <a:off x="1040524" y="4246180"/>
            <a:ext cx="1608547" cy="514080"/>
          </a:xfrm>
          <a:prstGeom prst="wedgeRectCallout">
            <a:avLst>
              <a:gd name="adj1" fmla="val 28434"/>
              <a:gd name="adj2" fmla="val 118474"/>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r>
              <a:rPr kumimoji="1" lang="ja-JP" altLang="en-US" sz="1200" dirty="0" smtClean="0"/>
              <a:t>検索</a:t>
            </a:r>
            <a:r>
              <a:rPr kumimoji="1" lang="en-US" altLang="ja-JP" sz="1200" dirty="0" smtClean="0"/>
              <a:t>/</a:t>
            </a:r>
            <a:r>
              <a:rPr kumimoji="1" lang="ja-JP" altLang="en-US" sz="1200" dirty="0" smtClean="0"/>
              <a:t>ソートしたデータをそのまま出力できる</a:t>
            </a:r>
          </a:p>
        </p:txBody>
      </p:sp>
    </p:spTree>
    <p:extLst>
      <p:ext uri="{BB962C8B-B14F-4D97-AF65-F5344CB8AC3E}">
        <p14:creationId xmlns:p14="http://schemas.microsoft.com/office/powerpoint/2010/main" val="2095611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ja-JP" dirty="0" smtClean="0"/>
              <a:t>k</a:t>
            </a:r>
            <a:endParaRPr kumimoji="1" lang="zh-CN" altLang="en-US" dirty="0"/>
          </a:p>
        </p:txBody>
      </p:sp>
      <p:sp>
        <p:nvSpPr>
          <p:cNvPr id="3" name="内容占位符 2"/>
          <p:cNvSpPr>
            <a:spLocks noGrp="1"/>
          </p:cNvSpPr>
          <p:nvPr>
            <p:ph idx="1"/>
          </p:nvPr>
        </p:nvSpPr>
        <p:spPr/>
        <p:txBody>
          <a:bodyPr>
            <a:normAutofit/>
          </a:bodyPr>
          <a:lstStyle/>
          <a:p>
            <a:r>
              <a:rPr kumimoji="1" lang="ja-JP" altLang="en-US" sz="1400" dirty="0" smtClean="0"/>
              <a:t>アップロード方式ではプリントツールの利用が一番多かった（</a:t>
            </a:r>
            <a:r>
              <a:rPr kumimoji="1" lang="en-US" altLang="ja-JP" sz="1400" dirty="0" smtClean="0"/>
              <a:t>77.5</a:t>
            </a:r>
            <a:r>
              <a:rPr kumimoji="1" lang="ja-JP" altLang="en-US" sz="1400" dirty="0" smtClean="0"/>
              <a:t>％）、ユーザー</a:t>
            </a:r>
            <a:r>
              <a:rPr kumimoji="1" lang="en-US" altLang="ja-JP" sz="1400" dirty="0" smtClean="0"/>
              <a:t>Web</a:t>
            </a:r>
            <a:r>
              <a:rPr kumimoji="1" lang="ja-JP" altLang="en-US" sz="1400" dirty="0" smtClean="0"/>
              <a:t>の利用が予想外少なかった（</a:t>
            </a:r>
            <a:r>
              <a:rPr kumimoji="1" lang="en-US" altLang="ja-JP" sz="1400" dirty="0" smtClean="0"/>
              <a:t>1.4%</a:t>
            </a:r>
            <a:r>
              <a:rPr kumimoji="1" lang="ja-JP" altLang="en-US" sz="1400" dirty="0" smtClean="0"/>
              <a:t>）</a:t>
            </a:r>
          </a:p>
          <a:p>
            <a:r>
              <a:rPr kumimoji="1" lang="ja-JP" altLang="en-US" sz="1400" dirty="0" smtClean="0"/>
              <a:t>ファイル一覧リストによるプリントは一番多かった（７１．６％）</a:t>
            </a:r>
            <a:endParaRPr kumimoji="1" lang="en-US" altLang="ja-JP" sz="1400" dirty="0"/>
          </a:p>
          <a:p>
            <a:r>
              <a:rPr kumimoji="1" lang="ja-JP" altLang="en-US" sz="1400" dirty="0" smtClean="0"/>
              <a:t>プリントツール＋ファイル一覧によるプリントの利用が多かったのは個別</a:t>
            </a:r>
            <a:r>
              <a:rPr kumimoji="1" lang="ja-JP" altLang="en-US" sz="1400" dirty="0" smtClean="0"/>
              <a:t>テナントの利用頻度が高かった（日本損害保険協会</a:t>
            </a:r>
            <a:r>
              <a:rPr kumimoji="1" lang="en-US" altLang="ja-JP" sz="1400" dirty="0" smtClean="0"/>
              <a:t>37</a:t>
            </a:r>
            <a:r>
              <a:rPr kumimoji="1" lang="ja-JP" altLang="en-US" sz="1400" dirty="0" smtClean="0"/>
              <a:t>万</a:t>
            </a:r>
            <a:r>
              <a:rPr kumimoji="1" lang="ja-JP" altLang="en-US" sz="1400" dirty="0" smtClean="0"/>
              <a:t>、</a:t>
            </a:r>
            <a:r>
              <a:rPr kumimoji="1" lang="en-US" altLang="ja-JP" sz="1400" dirty="0" smtClean="0"/>
              <a:t>TigerAir</a:t>
            </a:r>
            <a:r>
              <a:rPr kumimoji="1" lang="en-US" altLang="ja-JP" sz="1400" dirty="0" smtClean="0"/>
              <a:t>16</a:t>
            </a:r>
            <a:r>
              <a:rPr kumimoji="1" lang="ja-JP" altLang="en-US" sz="1400" dirty="0" smtClean="0"/>
              <a:t>万</a:t>
            </a:r>
            <a:r>
              <a:rPr kumimoji="1" lang="ja-JP" altLang="en-US" sz="1400" dirty="0" smtClean="0"/>
              <a:t>、この二つテナントの割合は</a:t>
            </a:r>
            <a:r>
              <a:rPr kumimoji="1" lang="en-US" altLang="ja-JP" sz="1400" dirty="0" smtClean="0"/>
              <a:t>83%</a:t>
            </a:r>
            <a:r>
              <a:rPr kumimoji="1" lang="ja-JP" altLang="en-US" sz="1400" dirty="0" smtClean="0"/>
              <a:t>）</a:t>
            </a:r>
            <a:endParaRPr kumimoji="1" lang="ja-JP" altLang="en-US" sz="1400" dirty="0" smtClean="0"/>
          </a:p>
          <a:p>
            <a:endParaRPr kumimoji="1" lang="ja-JP" altLang="en-US" sz="1400" dirty="0" smtClean="0"/>
          </a:p>
          <a:p>
            <a:endParaRPr kumimoji="1" lang="ja-JP" altLang="en-US" sz="1400" dirty="0" smtClean="0"/>
          </a:p>
          <a:p>
            <a:endParaRPr kumimoji="1" lang="ja-JP" altLang="en-US" sz="1400" dirty="0"/>
          </a:p>
          <a:p>
            <a:endParaRPr kumimoji="1" lang="ja-JP" altLang="en-US" sz="1400" dirty="0" smtClean="0"/>
          </a:p>
          <a:p>
            <a:endParaRPr kumimoji="1" lang="ja-JP" altLang="en-US" sz="1400" dirty="0"/>
          </a:p>
          <a:p>
            <a:r>
              <a:rPr kumimoji="1" lang="ja-JP" altLang="en-US" sz="1400" dirty="0" smtClean="0"/>
              <a:t>　　　　　　　　　日本損害保険協会＋</a:t>
            </a:r>
            <a:r>
              <a:rPr kumimoji="1" lang="en-US" altLang="ja-JP" sz="1400" dirty="0" smtClean="0"/>
              <a:t>Tiger Air</a:t>
            </a:r>
            <a:endParaRPr kumimoji="1" lang="zh-CN" altLang="en-US" sz="1400" dirty="0"/>
          </a:p>
        </p:txBody>
      </p:sp>
      <p:sp>
        <p:nvSpPr>
          <p:cNvPr id="5" name="右大括号 4"/>
          <p:cNvSpPr/>
          <p:nvPr/>
        </p:nvSpPr>
        <p:spPr>
          <a:xfrm>
            <a:off x="1559859" y="3792071"/>
            <a:ext cx="443753" cy="178845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7" name="左大括号 6"/>
          <p:cNvSpPr/>
          <p:nvPr/>
        </p:nvSpPr>
        <p:spPr>
          <a:xfrm>
            <a:off x="4612341" y="3792071"/>
            <a:ext cx="537883" cy="188258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Tree>
    <p:extLst>
      <p:ext uri="{BB962C8B-B14F-4D97-AF65-F5344CB8AC3E}">
        <p14:creationId xmlns:p14="http://schemas.microsoft.com/office/powerpoint/2010/main" val="2062154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ja-JP" dirty="0" smtClean="0"/>
              <a:t>k</a:t>
            </a:r>
            <a:endParaRPr kumimoji="1" lang="zh-CN" altLang="en-US" dirty="0"/>
          </a:p>
        </p:txBody>
      </p:sp>
      <p:sp>
        <p:nvSpPr>
          <p:cNvPr id="3" name="内容占位符 2"/>
          <p:cNvSpPr>
            <a:spLocks noGrp="1"/>
          </p:cNvSpPr>
          <p:nvPr>
            <p:ph idx="1"/>
          </p:nvPr>
        </p:nvSpPr>
        <p:spPr/>
        <p:txBody>
          <a:bodyPr>
            <a:normAutofit/>
          </a:bodyPr>
          <a:lstStyle/>
          <a:p>
            <a:r>
              <a:rPr kumimoji="1" lang="ja-JP" altLang="en-US" sz="1400" dirty="0" smtClean="0"/>
              <a:t>テナント名によってお客様のタイプを統計した</a:t>
            </a:r>
            <a:r>
              <a:rPr kumimoji="1" lang="ja-JP" altLang="en-US" sz="1400" strike="sngStrike" dirty="0" smtClean="0"/>
              <a:t>（集計期間にサービスを利用したテナントは対象）</a:t>
            </a:r>
          </a:p>
          <a:p>
            <a:r>
              <a:rPr kumimoji="1" lang="ja-JP" altLang="en-US" sz="1400" dirty="0" smtClean="0"/>
              <a:t>会社と学校は主な顧客タイプ</a:t>
            </a:r>
          </a:p>
          <a:p>
            <a:endParaRPr kumimoji="1" lang="ja-JP" altLang="en-US" sz="1400" dirty="0" smtClean="0"/>
          </a:p>
          <a:p>
            <a:pPr marL="0" indent="0">
              <a:buNone/>
            </a:pPr>
            <a:endParaRPr kumimoji="1" lang="ja-JP" altLang="en-US" sz="1400" dirty="0" smtClean="0"/>
          </a:p>
          <a:p>
            <a:pPr marL="0" indent="0">
              <a:buNone/>
            </a:pPr>
            <a:endParaRPr kumimoji="1" lang="ja-JP" altLang="en-US" sz="1400" dirty="0"/>
          </a:p>
        </p:txBody>
      </p:sp>
      <p:sp>
        <p:nvSpPr>
          <p:cNvPr id="5" name="矩形标注 4"/>
          <p:cNvSpPr/>
          <p:nvPr/>
        </p:nvSpPr>
        <p:spPr>
          <a:xfrm>
            <a:off x="1040524" y="4246180"/>
            <a:ext cx="1608547" cy="514080"/>
          </a:xfrm>
          <a:prstGeom prst="wedgeRectCallout">
            <a:avLst>
              <a:gd name="adj1" fmla="val 28434"/>
              <a:gd name="adj2" fmla="val 118474"/>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r>
              <a:rPr kumimoji="1" lang="ja-JP" altLang="en-US" sz="1200" dirty="0" smtClean="0"/>
              <a:t>テナント名から判断できないテナント（韓国語など）</a:t>
            </a:r>
          </a:p>
        </p:txBody>
      </p:sp>
      <p:sp>
        <p:nvSpPr>
          <p:cNvPr id="6" name="矩形标注 5"/>
          <p:cNvSpPr/>
          <p:nvPr/>
        </p:nvSpPr>
        <p:spPr>
          <a:xfrm>
            <a:off x="3062065" y="4246180"/>
            <a:ext cx="1608547" cy="514080"/>
          </a:xfrm>
          <a:prstGeom prst="wedgeRectCallout">
            <a:avLst>
              <a:gd name="adj1" fmla="val 28434"/>
              <a:gd name="adj2" fmla="val 118474"/>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r>
              <a:rPr kumimoji="1" lang="ja-JP" altLang="en-US" sz="1200" dirty="0" smtClean="0"/>
              <a:t>教会など</a:t>
            </a:r>
            <a:endParaRPr kumimoji="1" lang="zh-CN" altLang="en-US" sz="1200" dirty="0" smtClean="0"/>
          </a:p>
        </p:txBody>
      </p:sp>
    </p:spTree>
    <p:extLst>
      <p:ext uri="{BB962C8B-B14F-4D97-AF65-F5344CB8AC3E}">
        <p14:creationId xmlns:p14="http://schemas.microsoft.com/office/powerpoint/2010/main" val="475328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ja-JP" altLang="en-US" dirty="0" smtClean="0"/>
              <a:t>タイプごとの出力情報</a:t>
            </a:r>
            <a:endParaRPr kumimoji="1" lang="zh-CN" altLang="en-US" dirty="0"/>
          </a:p>
        </p:txBody>
      </p:sp>
      <p:sp>
        <p:nvSpPr>
          <p:cNvPr id="3" name="内容占位符 2"/>
          <p:cNvSpPr>
            <a:spLocks noGrp="1"/>
          </p:cNvSpPr>
          <p:nvPr>
            <p:ph idx="1"/>
          </p:nvPr>
        </p:nvSpPr>
        <p:spPr/>
        <p:txBody>
          <a:bodyPr>
            <a:normAutofit/>
          </a:bodyPr>
          <a:lstStyle/>
          <a:p>
            <a:r>
              <a:rPr kumimoji="1" lang="ja-JP" altLang="en-US" sz="1400" dirty="0" smtClean="0"/>
              <a:t>会社の出力総数は一番多かったのは個別テナントの利用割合が高かったんからです</a:t>
            </a:r>
          </a:p>
          <a:p>
            <a:pPr marL="0" indent="0">
              <a:buNone/>
            </a:pPr>
            <a:r>
              <a:rPr kumimoji="1" lang="ja-JP" altLang="en-US" sz="1400" dirty="0" smtClean="0"/>
              <a:t>　　テナントごとの利用詳細テーブルを見れば、たくさんの会社のテナントはあまり使わなかった</a:t>
            </a:r>
            <a:r>
              <a:rPr kumimoji="1" lang="ja-JP" altLang="en-US" sz="1400" dirty="0" smtClean="0">
                <a:solidFill>
                  <a:srgbClr val="FF0000"/>
                </a:solidFill>
              </a:rPr>
              <a:t>がわ</a:t>
            </a:r>
            <a:r>
              <a:rPr kumimoji="1" lang="ja-JP" altLang="en-US" sz="1400" dirty="0" smtClean="0"/>
              <a:t>かる</a:t>
            </a:r>
          </a:p>
          <a:p>
            <a:r>
              <a:rPr kumimoji="1" lang="ja-JP" altLang="en-US" sz="1400" dirty="0" smtClean="0"/>
              <a:t>タイプごとの利用頻度を把握するために平均値</a:t>
            </a:r>
            <a:r>
              <a:rPr kumimoji="1" lang="ja-JP" altLang="en-US" sz="1400" dirty="0" smtClean="0"/>
              <a:t>を</a:t>
            </a:r>
            <a:r>
              <a:rPr kumimoji="1" lang="ja-JP" altLang="en-US" sz="1400" dirty="0" smtClean="0"/>
              <a:t>計算</a:t>
            </a:r>
            <a:r>
              <a:rPr kumimoji="1" lang="ja-JP" altLang="en-US" sz="1400" dirty="0" smtClean="0"/>
              <a:t>する</a:t>
            </a:r>
            <a:r>
              <a:rPr kumimoji="1" lang="ja-JP" altLang="en-US" sz="1400" dirty="0" smtClean="0"/>
              <a:t>だけではなく、中央値（</a:t>
            </a:r>
            <a:r>
              <a:rPr lang="ja-JP" altLang="en-US" sz="1400" dirty="0" smtClean="0"/>
              <a:t>値の大きさの順に並べたとき中央にくる数値</a:t>
            </a:r>
            <a:r>
              <a:rPr kumimoji="1" lang="ja-JP" altLang="en-US" sz="1400" dirty="0" smtClean="0"/>
              <a:t>）も</a:t>
            </a:r>
            <a:r>
              <a:rPr kumimoji="1" lang="ja-JP" altLang="en-US" sz="1400" dirty="0" smtClean="0"/>
              <a:t>重要</a:t>
            </a:r>
          </a:p>
          <a:p>
            <a:pPr marL="0" indent="0">
              <a:buNone/>
            </a:pPr>
            <a:r>
              <a:rPr kumimoji="1" lang="ja-JP" altLang="en-US" sz="1400" dirty="0" smtClean="0"/>
              <a:t>　　中央値によって、</a:t>
            </a:r>
            <a:r>
              <a:rPr kumimoji="1" lang="ja-JP" altLang="en-US" sz="1400" dirty="0" smtClean="0"/>
              <a:t>学校</a:t>
            </a:r>
            <a:r>
              <a:rPr kumimoji="1" lang="ja-JP" altLang="en-US" sz="1400" dirty="0" smtClean="0"/>
              <a:t>と</a:t>
            </a:r>
            <a:r>
              <a:rPr kumimoji="1" lang="ja-JP" altLang="en-US" sz="1400" dirty="0" smtClean="0"/>
              <a:t>シェアオフィス</a:t>
            </a:r>
            <a:r>
              <a:rPr kumimoji="1" lang="ja-JP" altLang="en-US" sz="1400" dirty="0" smtClean="0"/>
              <a:t>のテナントの割合は会社より少ないが、</a:t>
            </a:r>
            <a:r>
              <a:rPr kumimoji="1" lang="ja-JP" altLang="en-US" sz="1400" dirty="0" smtClean="0"/>
              <a:t>全体として利用頻度は高い</a:t>
            </a:r>
          </a:p>
          <a:p>
            <a:pPr marL="0" indent="0">
              <a:buNone/>
            </a:pPr>
            <a:r>
              <a:rPr kumimoji="1" lang="ja-JP" altLang="en-US" sz="1400" dirty="0"/>
              <a:t>　</a:t>
            </a:r>
            <a:r>
              <a:rPr kumimoji="1" lang="ja-JP" altLang="en-US" sz="1400" dirty="0" smtClean="0"/>
              <a:t>　−　会社テナントの中では半分のテナントは３回以下を利用した</a:t>
            </a:r>
          </a:p>
          <a:p>
            <a:pPr marL="0" indent="0">
              <a:buNone/>
            </a:pPr>
            <a:r>
              <a:rPr kumimoji="1" lang="ja-JP" altLang="en-US" sz="1400" dirty="0"/>
              <a:t>　</a:t>
            </a:r>
            <a:r>
              <a:rPr kumimoji="1" lang="ja-JP" altLang="en-US" sz="1400" dirty="0" smtClean="0"/>
              <a:t>　−　シェアオフィステナントの中では半分以上のテナントは４４５回以上を利用した</a:t>
            </a:r>
          </a:p>
          <a:p>
            <a:pPr marL="0" indent="0">
              <a:buNone/>
            </a:pPr>
            <a:r>
              <a:rPr kumimoji="1" lang="ja-JP" altLang="en-US" sz="1400" dirty="0" smtClean="0"/>
              <a:t>　　−　大学</a:t>
            </a:r>
            <a:r>
              <a:rPr kumimoji="1" lang="ja-JP" altLang="en-US" sz="1400" dirty="0" smtClean="0"/>
              <a:t>テナントの中では半分以上のテナントは</a:t>
            </a:r>
            <a:r>
              <a:rPr kumimoji="1" lang="ja-JP" altLang="en-US" sz="1400" dirty="0" smtClean="0"/>
              <a:t>１２０</a:t>
            </a:r>
            <a:r>
              <a:rPr kumimoji="1" lang="ja-JP" altLang="en-US" sz="1400" dirty="0" smtClean="0"/>
              <a:t>回以上を利用した</a:t>
            </a:r>
          </a:p>
          <a:p>
            <a:pPr marL="0" indent="0">
              <a:buNone/>
            </a:pPr>
            <a:endParaRPr kumimoji="1" lang="ja-JP" altLang="en-US" sz="1400" dirty="0" smtClean="0"/>
          </a:p>
          <a:p>
            <a:pPr marL="0" indent="0">
              <a:buNone/>
            </a:pPr>
            <a:endParaRPr kumimoji="1" lang="ja-JP" altLang="en-US" sz="1400" dirty="0" smtClean="0"/>
          </a:p>
        </p:txBody>
      </p:sp>
    </p:spTree>
    <p:extLst>
      <p:ext uri="{BB962C8B-B14F-4D97-AF65-F5344CB8AC3E}">
        <p14:creationId xmlns:p14="http://schemas.microsoft.com/office/powerpoint/2010/main" val="1808162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ja-JP" altLang="en-US" dirty="0" smtClean="0"/>
              <a:t>タイプごとの出力情報</a:t>
            </a:r>
            <a:endParaRPr kumimoji="1" lang="zh-CN" altLang="en-US" dirty="0"/>
          </a:p>
        </p:txBody>
      </p:sp>
      <p:sp>
        <p:nvSpPr>
          <p:cNvPr id="3" name="内容占位符 2"/>
          <p:cNvSpPr>
            <a:spLocks noGrp="1"/>
          </p:cNvSpPr>
          <p:nvPr>
            <p:ph idx="1"/>
          </p:nvPr>
        </p:nvSpPr>
        <p:spPr/>
        <p:txBody>
          <a:bodyPr>
            <a:normAutofit/>
          </a:bodyPr>
          <a:lstStyle/>
          <a:p>
            <a:r>
              <a:rPr kumimoji="1" lang="ja-JP" altLang="en-US" sz="1400" dirty="0" smtClean="0"/>
              <a:t>会社の出力総数は一番多かったのは個別テナントの利用割合が高かったんからです</a:t>
            </a:r>
          </a:p>
          <a:p>
            <a:pPr marL="0" indent="0">
              <a:buNone/>
            </a:pPr>
            <a:r>
              <a:rPr kumimoji="1" lang="ja-JP" altLang="en-US" sz="1400" dirty="0" smtClean="0"/>
              <a:t>　　テナントごとの利用詳細テーブルを見れば、たくさんの会社のテナントはあまり使わなかった</a:t>
            </a:r>
            <a:r>
              <a:rPr kumimoji="1" lang="ja-JP" altLang="en-US" sz="1400" dirty="0" smtClean="0">
                <a:solidFill>
                  <a:srgbClr val="FF0000"/>
                </a:solidFill>
              </a:rPr>
              <a:t>がわ</a:t>
            </a:r>
            <a:r>
              <a:rPr kumimoji="1" lang="ja-JP" altLang="en-US" sz="1400" dirty="0" smtClean="0"/>
              <a:t>かる</a:t>
            </a:r>
          </a:p>
          <a:p>
            <a:r>
              <a:rPr kumimoji="1" lang="ja-JP" altLang="en-US" sz="1400" dirty="0" smtClean="0"/>
              <a:t>タイプごとの利用頻度を把握するために平均値</a:t>
            </a:r>
            <a:r>
              <a:rPr kumimoji="1" lang="ja-JP" altLang="en-US" sz="1400" dirty="0" smtClean="0"/>
              <a:t>を</a:t>
            </a:r>
            <a:r>
              <a:rPr kumimoji="1" lang="ja-JP" altLang="en-US" sz="1400" dirty="0" smtClean="0"/>
              <a:t>計算</a:t>
            </a:r>
            <a:r>
              <a:rPr kumimoji="1" lang="ja-JP" altLang="en-US" sz="1400" dirty="0" smtClean="0"/>
              <a:t>する</a:t>
            </a:r>
            <a:r>
              <a:rPr kumimoji="1" lang="ja-JP" altLang="en-US" sz="1400" dirty="0" smtClean="0"/>
              <a:t>だけではなく、中央値（</a:t>
            </a:r>
            <a:r>
              <a:rPr lang="ja-JP" altLang="en-US" sz="1400" dirty="0" smtClean="0"/>
              <a:t>値の大きさの順に並べたとき中央にくる数値</a:t>
            </a:r>
            <a:r>
              <a:rPr kumimoji="1" lang="ja-JP" altLang="en-US" sz="1400" dirty="0" smtClean="0"/>
              <a:t>）も</a:t>
            </a:r>
            <a:r>
              <a:rPr kumimoji="1" lang="ja-JP" altLang="en-US" sz="1400" dirty="0" smtClean="0"/>
              <a:t>重要</a:t>
            </a:r>
          </a:p>
          <a:p>
            <a:pPr marL="0" indent="0">
              <a:buNone/>
            </a:pPr>
            <a:r>
              <a:rPr kumimoji="1" lang="ja-JP" altLang="en-US" sz="1400" dirty="0" smtClean="0"/>
              <a:t>　　中央値によって、</a:t>
            </a:r>
            <a:r>
              <a:rPr kumimoji="1" lang="ja-JP" altLang="en-US" sz="1400" dirty="0" smtClean="0"/>
              <a:t>学校</a:t>
            </a:r>
            <a:r>
              <a:rPr kumimoji="1" lang="ja-JP" altLang="en-US" sz="1400" dirty="0" smtClean="0"/>
              <a:t>と</a:t>
            </a:r>
            <a:r>
              <a:rPr kumimoji="1" lang="ja-JP" altLang="en-US" sz="1400" dirty="0" smtClean="0"/>
              <a:t>シェアオフィス</a:t>
            </a:r>
            <a:r>
              <a:rPr kumimoji="1" lang="ja-JP" altLang="en-US" sz="1400" dirty="0" smtClean="0"/>
              <a:t>のテナントの割合は会社より少ないが、</a:t>
            </a:r>
            <a:r>
              <a:rPr kumimoji="1" lang="ja-JP" altLang="en-US" sz="1400" dirty="0" smtClean="0"/>
              <a:t>全体として利用頻度は高い</a:t>
            </a:r>
          </a:p>
          <a:p>
            <a:pPr marL="0" indent="0">
              <a:buNone/>
            </a:pPr>
            <a:r>
              <a:rPr kumimoji="1" lang="ja-JP" altLang="en-US" sz="1400" dirty="0"/>
              <a:t>　</a:t>
            </a:r>
            <a:r>
              <a:rPr kumimoji="1" lang="ja-JP" altLang="en-US" sz="1400" dirty="0" smtClean="0"/>
              <a:t>　−　会社テナントの中では半分のテナントは３回以下を利用した</a:t>
            </a:r>
          </a:p>
          <a:p>
            <a:pPr marL="0" indent="0">
              <a:buNone/>
            </a:pPr>
            <a:r>
              <a:rPr kumimoji="1" lang="ja-JP" altLang="en-US" sz="1400" dirty="0"/>
              <a:t>　</a:t>
            </a:r>
            <a:r>
              <a:rPr kumimoji="1" lang="ja-JP" altLang="en-US" sz="1400" dirty="0" smtClean="0"/>
              <a:t>　−　シェアオフィステナントの中では半分以上のテナントは４４５回以上を利用した</a:t>
            </a:r>
          </a:p>
          <a:p>
            <a:pPr marL="0" indent="0">
              <a:buNone/>
            </a:pPr>
            <a:r>
              <a:rPr kumimoji="1" lang="ja-JP" altLang="en-US" sz="1400" dirty="0" smtClean="0"/>
              <a:t>　　−　大学</a:t>
            </a:r>
            <a:r>
              <a:rPr kumimoji="1" lang="ja-JP" altLang="en-US" sz="1400" dirty="0" smtClean="0"/>
              <a:t>テナントの中では半分以上のテナントは</a:t>
            </a:r>
            <a:r>
              <a:rPr kumimoji="1" lang="ja-JP" altLang="en-US" sz="1400" dirty="0" smtClean="0"/>
              <a:t>１２０</a:t>
            </a:r>
            <a:r>
              <a:rPr kumimoji="1" lang="ja-JP" altLang="en-US" sz="1400" dirty="0" smtClean="0"/>
              <a:t>回以上を利用した</a:t>
            </a:r>
          </a:p>
          <a:p>
            <a:pPr marL="0" indent="0">
              <a:buNone/>
            </a:pPr>
            <a:endParaRPr kumimoji="1" lang="ja-JP" altLang="en-US" sz="1400" dirty="0" smtClean="0"/>
          </a:p>
          <a:p>
            <a:pPr marL="0" indent="0">
              <a:buNone/>
            </a:pPr>
            <a:endParaRPr kumimoji="1" lang="ja-JP" altLang="en-US" sz="1400" dirty="0" smtClean="0"/>
          </a:p>
        </p:txBody>
      </p:sp>
    </p:spTree>
    <p:extLst>
      <p:ext uri="{BB962C8B-B14F-4D97-AF65-F5344CB8AC3E}">
        <p14:creationId xmlns:p14="http://schemas.microsoft.com/office/powerpoint/2010/main" val="170942482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321</TotalTime>
  <Words>254</Words>
  <Application>Microsoft Macintosh PowerPoint</Application>
  <PresentationFormat>宽屏</PresentationFormat>
  <Paragraphs>41</Paragraphs>
  <Slides>6</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6</vt:i4>
      </vt:variant>
    </vt:vector>
  </HeadingPairs>
  <TitlesOfParts>
    <vt:vector size="12" baseType="lpstr">
      <vt:lpstr>Calibri</vt:lpstr>
      <vt:lpstr>Calibri Light</vt:lpstr>
      <vt:lpstr>ＭＳ Ｐゴシック</vt:lpstr>
      <vt:lpstr>宋体</vt:lpstr>
      <vt:lpstr>Arial</vt:lpstr>
      <vt:lpstr>Office 主题</vt:lpstr>
      <vt:lpstr>PowerPoint 演示文稿</vt:lpstr>
      <vt:lpstr>PowerPoint 演示文稿</vt:lpstr>
      <vt:lpstr>k</vt:lpstr>
      <vt:lpstr>k</vt:lpstr>
      <vt:lpstr>タイプごとの出力情報</vt:lpstr>
      <vt:lpstr>タイプごとの出力情報</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satie1019@163.com</dc:creator>
  <cp:lastModifiedBy>satie1019@163.com</cp:lastModifiedBy>
  <cp:revision>23</cp:revision>
  <dcterms:created xsi:type="dcterms:W3CDTF">2019-06-16T01:40:43Z</dcterms:created>
  <dcterms:modified xsi:type="dcterms:W3CDTF">2019-06-16T07:02:30Z</dcterms:modified>
</cp:coreProperties>
</file>